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24B2C2-C90C-42CC-8AFF-D582DCA7C476}" v="85" dt="2026-09-19T23:54:27.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319" autoAdjust="0"/>
  </p:normalViewPr>
  <p:slideViewPr>
    <p:cSldViewPr snapToGrid="0">
      <p:cViewPr varScale="1">
        <p:scale>
          <a:sx n="49" d="100"/>
          <a:sy n="49" d="100"/>
        </p:scale>
        <p:origin x="48"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k verma" userId="75517990def8a224" providerId="LiveId" clId="{9FC138B0-674A-46F6-9067-0D75C87A8E7F}"/>
    <pc:docChg chg="undo custSel mod addSld modSld addMainMaster delMainMaster modMainMaster modNotesMaster">
      <pc:chgData name="s k verma" userId="75517990def8a224" providerId="LiveId" clId="{9FC138B0-674A-46F6-9067-0D75C87A8E7F}" dt="2026-09-20T00:27:13.715" v="311" actId="26606"/>
      <pc:docMkLst>
        <pc:docMk/>
      </pc:docMkLst>
      <pc:sldChg chg="add">
        <pc:chgData name="s k verma" userId="75517990def8a224" providerId="LiveId" clId="{9FC138B0-674A-46F6-9067-0D75C87A8E7F}" dt="2026-09-19T23:33:51.518" v="1" actId="26606"/>
        <pc:sldMkLst>
          <pc:docMk/>
          <pc:sldMk cId="84018904" sldId="256"/>
        </pc:sldMkLst>
      </pc:sldChg>
      <pc:sldChg chg="addSp delSp modSp add mod">
        <pc:chgData name="s k verma" userId="75517990def8a224" providerId="LiveId" clId="{9FC138B0-674A-46F6-9067-0D75C87A8E7F}" dt="2026-09-19T23:58:47.369" v="307" actId="14100"/>
        <pc:sldMkLst>
          <pc:docMk/>
          <pc:sldMk cId="937711702" sldId="257"/>
        </pc:sldMkLst>
        <pc:spChg chg="del">
          <ac:chgData name="s k verma" userId="75517990def8a224" providerId="LiveId" clId="{9FC138B0-674A-46F6-9067-0D75C87A8E7F}" dt="2026-09-19T23:56:41.629" v="296" actId="478"/>
          <ac:spMkLst>
            <pc:docMk/>
            <pc:sldMk cId="937711702" sldId="257"/>
            <ac:spMk id="33" creationId="{26FE2EA4-BF6A-4793-81E2-C69970E2CFA1}"/>
          </ac:spMkLst>
        </pc:spChg>
        <pc:spChg chg="del">
          <ac:chgData name="s k verma" userId="75517990def8a224" providerId="LiveId" clId="{9FC138B0-674A-46F6-9067-0D75C87A8E7F}" dt="2026-09-19T23:48:26.735" v="9" actId="478"/>
          <ac:spMkLst>
            <pc:docMk/>
            <pc:sldMk cId="937711702" sldId="257"/>
            <ac:spMk id="49" creationId="{134C3591-89C4-4CA0-AE36-55F63046264A}"/>
          </ac:spMkLst>
        </pc:spChg>
        <pc:spChg chg="add del mod">
          <ac:chgData name="s k verma" userId="75517990def8a224" providerId="LiveId" clId="{9FC138B0-674A-46F6-9067-0D75C87A8E7F}" dt="2026-09-19T23:58:19.683" v="303" actId="478"/>
          <ac:spMkLst>
            <pc:docMk/>
            <pc:sldMk cId="937711702" sldId="257"/>
            <ac:spMk id="60" creationId="{8F866B77-CD98-57D7-1861-422E4509E87B}"/>
          </ac:spMkLst>
        </pc:spChg>
        <pc:picChg chg="del">
          <ac:chgData name="s k verma" userId="75517990def8a224" providerId="LiveId" clId="{9FC138B0-674A-46F6-9067-0D75C87A8E7F}" dt="2026-09-19T23:56:46.097" v="298" actId="478"/>
          <ac:picMkLst>
            <pc:docMk/>
            <pc:sldMk cId="937711702" sldId="257"/>
            <ac:picMk id="32" creationId="{00000000-0000-0000-0000-000000000000}"/>
          </ac:picMkLst>
        </pc:picChg>
        <pc:picChg chg="del">
          <ac:chgData name="s k verma" userId="75517990def8a224" providerId="LiveId" clId="{9FC138B0-674A-46F6-9067-0D75C87A8E7F}" dt="2026-09-19T23:48:29.761" v="10" actId="478"/>
          <ac:picMkLst>
            <pc:docMk/>
            <pc:sldMk cId="937711702" sldId="257"/>
            <ac:picMk id="48" creationId="{00000000-0000-0000-0000-000000000000}"/>
          </ac:picMkLst>
        </pc:picChg>
        <pc:picChg chg="add del mod">
          <ac:chgData name="s k verma" userId="75517990def8a224" providerId="LiveId" clId="{9FC138B0-674A-46F6-9067-0D75C87A8E7F}" dt="2026-09-19T23:58:09.430" v="300" actId="478"/>
          <ac:picMkLst>
            <pc:docMk/>
            <pc:sldMk cId="937711702" sldId="257"/>
            <ac:picMk id="56" creationId="{92C3194D-46C3-3251-ECAB-5078FED96339}"/>
          </ac:picMkLst>
        </pc:picChg>
        <pc:picChg chg="add mod">
          <ac:chgData name="s k verma" userId="75517990def8a224" providerId="LiveId" clId="{9FC138B0-674A-46F6-9067-0D75C87A8E7F}" dt="2026-09-19T23:56:52.331" v="299" actId="1076"/>
          <ac:picMkLst>
            <pc:docMk/>
            <pc:sldMk cId="937711702" sldId="257"/>
            <ac:picMk id="58" creationId="{3A03EF5F-B960-8E35-B435-204E981251A8}"/>
          </ac:picMkLst>
        </pc:picChg>
        <pc:picChg chg="add mod">
          <ac:chgData name="s k verma" userId="75517990def8a224" providerId="LiveId" clId="{9FC138B0-674A-46F6-9067-0D75C87A8E7F}" dt="2026-09-19T23:58:47.369" v="307" actId="14100"/>
          <ac:picMkLst>
            <pc:docMk/>
            <pc:sldMk cId="937711702" sldId="257"/>
            <ac:picMk id="62" creationId="{84EBA4E3-9A25-4FEB-74DF-FD140EAFFF78}"/>
          </ac:picMkLst>
        </pc:picChg>
      </pc:sldChg>
      <pc:sldChg chg="addSp delSp modSp new mod setBg modNotes">
        <pc:chgData name="s k verma" userId="75517990def8a224" providerId="LiveId" clId="{9FC138B0-674A-46F6-9067-0D75C87A8E7F}" dt="2026-09-20T00:13:41.858" v="309" actId="26606"/>
        <pc:sldMkLst>
          <pc:docMk/>
          <pc:sldMk cId="3364380441" sldId="258"/>
        </pc:sldMkLst>
        <pc:spChg chg="add">
          <ac:chgData name="s k verma" userId="75517990def8a224" providerId="LiveId" clId="{9FC138B0-674A-46F6-9067-0D75C87A8E7F}" dt="2026-09-20T00:13:41.858" v="309" actId="26606"/>
          <ac:spMkLst>
            <pc:docMk/>
            <pc:sldMk cId="3364380441" sldId="258"/>
            <ac:spMk id="4" creationId="{00000000-0000-0000-0000-000000000000}"/>
          </ac:spMkLst>
        </pc:spChg>
        <pc:spChg chg="add">
          <ac:chgData name="s k verma" userId="75517990def8a224" providerId="LiveId" clId="{9FC138B0-674A-46F6-9067-0D75C87A8E7F}" dt="2026-09-20T00:13:41.858" v="309" actId="26606"/>
          <ac:spMkLst>
            <pc:docMk/>
            <pc:sldMk cId="3364380441" sldId="258"/>
            <ac:spMk id="5" creationId="{00000000-0000-0000-0000-000000000000}"/>
          </ac:spMkLst>
        </pc:spChg>
        <pc:spChg chg="add">
          <ac:chgData name="s k verma" userId="75517990def8a224" providerId="LiveId" clId="{9FC138B0-674A-46F6-9067-0D75C87A8E7F}" dt="2026-09-20T00:13:41.858" v="309" actId="26606"/>
          <ac:spMkLst>
            <pc:docMk/>
            <pc:sldMk cId="3364380441" sldId="258"/>
            <ac:spMk id="17" creationId="{00000000-0000-0000-0000-000000000000}"/>
          </ac:spMkLst>
        </pc:spChg>
        <pc:spChg chg="add">
          <ac:chgData name="s k verma" userId="75517990def8a224" providerId="LiveId" clId="{9FC138B0-674A-46F6-9067-0D75C87A8E7F}" dt="2026-09-20T00:13:41.858" v="309" actId="26606"/>
          <ac:spMkLst>
            <pc:docMk/>
            <pc:sldMk cId="3364380441" sldId="258"/>
            <ac:spMk id="25" creationId="{00000000-0000-0000-0000-000000000000}"/>
          </ac:spMkLst>
        </pc:spChg>
        <pc:spChg chg="add">
          <ac:chgData name="s k verma" userId="75517990def8a224" providerId="LiveId" clId="{9FC138B0-674A-46F6-9067-0D75C87A8E7F}" dt="2026-09-20T00:13:41.858" v="309" actId="26606"/>
          <ac:spMkLst>
            <pc:docMk/>
            <pc:sldMk cId="3364380441" sldId="258"/>
            <ac:spMk id="42" creationId="{00000000-0000-0000-0000-000000000000}"/>
          </ac:spMkLst>
        </pc:spChg>
        <pc:spChg chg="add">
          <ac:chgData name="s k verma" userId="75517990def8a224" providerId="LiveId" clId="{9FC138B0-674A-46F6-9067-0D75C87A8E7F}" dt="2026-09-20T00:13:41.858" v="309" actId="26606"/>
          <ac:spMkLst>
            <pc:docMk/>
            <pc:sldMk cId="3364380441" sldId="258"/>
            <ac:spMk id="44" creationId="{00000000-0000-0000-0000-000000000000}"/>
          </ac:spMkLst>
        </pc:spChg>
        <pc:spChg chg="add">
          <ac:chgData name="s k verma" userId="75517990def8a224" providerId="LiveId" clId="{9FC138B0-674A-46F6-9067-0D75C87A8E7F}" dt="2026-09-20T00:13:41.858" v="309" actId="26606"/>
          <ac:spMkLst>
            <pc:docMk/>
            <pc:sldMk cId="3364380441" sldId="258"/>
            <ac:spMk id="46" creationId="{00000000-0000-0000-0000-000000000000}"/>
          </ac:spMkLst>
        </pc:spChg>
        <pc:spChg chg="add">
          <ac:chgData name="s k verma" userId="75517990def8a224" providerId="LiveId" clId="{9FC138B0-674A-46F6-9067-0D75C87A8E7F}" dt="2026-09-20T00:13:41.858" v="309" actId="26606"/>
          <ac:spMkLst>
            <pc:docMk/>
            <pc:sldMk cId="3364380441" sldId="258"/>
            <ac:spMk id="52" creationId="{00000000-0000-0000-0000-000000000000}"/>
          </ac:spMkLst>
        </pc:spChg>
        <pc:spChg chg="add">
          <ac:chgData name="s k verma" userId="75517990def8a224" providerId="LiveId" clId="{9FC138B0-674A-46F6-9067-0D75C87A8E7F}" dt="2026-09-20T00:13:41.858" v="309" actId="26606"/>
          <ac:spMkLst>
            <pc:docMk/>
            <pc:sldMk cId="3364380441" sldId="258"/>
            <ac:spMk id="56" creationId="{00000000-0000-0000-0000-000000000000}"/>
          </ac:spMkLst>
        </pc:spChg>
        <pc:spChg chg="add">
          <ac:chgData name="s k verma" userId="75517990def8a224" providerId="LiveId" clId="{9FC138B0-674A-46F6-9067-0D75C87A8E7F}" dt="2026-09-20T00:13:41.858" v="309" actId="26606"/>
          <ac:spMkLst>
            <pc:docMk/>
            <pc:sldMk cId="3364380441" sldId="258"/>
            <ac:spMk id="64" creationId="{00000000-0000-0000-0000-000000000000}"/>
          </ac:spMkLst>
        </pc:spChg>
        <pc:picChg chg="add del mod">
          <ac:chgData name="s k verma" userId="75517990def8a224" providerId="LiveId" clId="{9FC138B0-674A-46F6-9067-0D75C87A8E7F}" dt="2026-09-19T23:52:02.621" v="17" actId="22"/>
          <ac:picMkLst>
            <pc:docMk/>
            <pc:sldMk cId="3364380441" sldId="258"/>
            <ac:picMk id="5" creationId="{BDD3CF3F-3347-8721-27A8-9494B7200351}"/>
          </ac:picMkLst>
        </pc:picChg>
        <pc:picChg chg="add del mod">
          <ac:chgData name="s k verma" userId="75517990def8a224" providerId="LiveId" clId="{9FC138B0-674A-46F6-9067-0D75C87A8E7F}" dt="2026-09-19T23:53:01.924" v="21" actId="478"/>
          <ac:picMkLst>
            <pc:docMk/>
            <pc:sldMk cId="3364380441" sldId="258"/>
            <ac:picMk id="7" creationId="{526457F5-A4A0-ACE5-1829-2DB40ECAF293}"/>
          </ac:picMkLst>
        </pc:picChg>
        <pc:picChg chg="add mod replId">
          <ac:chgData name="s k verma" userId="75517990def8a224" providerId="LiveId" clId="{9FC138B0-674A-46F6-9067-0D75C87A8E7F}" dt="2026-09-20T00:13:41.533" v="308" actId="26606"/>
          <ac:picMkLst>
            <pc:docMk/>
            <pc:sldMk cId="3364380441" sldId="258"/>
            <ac:picMk id="65" creationId="{89155138-F141-1109-F644-2F790CE072C2}"/>
          </ac:picMkLst>
        </pc:picChg>
      </pc:sldChg>
      <pc:sldChg chg="addSp delSp modSp add mod modNotes">
        <pc:chgData name="s k verma" userId="75517990def8a224" providerId="LiveId" clId="{9FC138B0-674A-46F6-9067-0D75C87A8E7F}" dt="2026-09-20T00:13:41.858" v="309" actId="26606"/>
        <pc:sldMkLst>
          <pc:docMk/>
          <pc:sldMk cId="859695461" sldId="259"/>
        </pc:sldMkLst>
        <pc:spChg chg="add">
          <ac:chgData name="s k verma" userId="75517990def8a224" providerId="LiveId" clId="{9FC138B0-674A-46F6-9067-0D75C87A8E7F}" dt="2026-09-20T00:13:41.858" v="309" actId="26606"/>
          <ac:spMkLst>
            <pc:docMk/>
            <pc:sldMk cId="859695461" sldId="259"/>
            <ac:spMk id="12" creationId="{00000000-0000-0000-0000-000000000000}"/>
          </ac:spMkLst>
        </pc:spChg>
        <pc:spChg chg="add">
          <ac:chgData name="s k verma" userId="75517990def8a224" providerId="LiveId" clId="{9FC138B0-674A-46F6-9067-0D75C87A8E7F}" dt="2026-09-20T00:13:41.858" v="309" actId="26606"/>
          <ac:spMkLst>
            <pc:docMk/>
            <pc:sldMk cId="859695461" sldId="259"/>
            <ac:spMk id="27" creationId="{00000000-0000-0000-0000-000000000000}"/>
          </ac:spMkLst>
        </pc:spChg>
        <pc:spChg chg="add">
          <ac:chgData name="s k verma" userId="75517990def8a224" providerId="LiveId" clId="{9FC138B0-674A-46F6-9067-0D75C87A8E7F}" dt="2026-09-20T00:13:41.858" v="309" actId="26606"/>
          <ac:spMkLst>
            <pc:docMk/>
            <pc:sldMk cId="859695461" sldId="259"/>
            <ac:spMk id="41" creationId="{00000000-0000-0000-0000-000000000000}"/>
          </ac:spMkLst>
        </pc:spChg>
        <pc:spChg chg="add">
          <ac:chgData name="s k verma" userId="75517990def8a224" providerId="LiveId" clId="{9FC138B0-674A-46F6-9067-0D75C87A8E7F}" dt="2026-09-20T00:13:41.858" v="309" actId="26606"/>
          <ac:spMkLst>
            <pc:docMk/>
            <pc:sldMk cId="859695461" sldId="259"/>
            <ac:spMk id="45" creationId="{00000000-0000-0000-0000-000000000000}"/>
          </ac:spMkLst>
        </pc:spChg>
        <pc:spChg chg="mod replId">
          <ac:chgData name="s k verma" userId="75517990def8a224" providerId="LiveId" clId="{9FC138B0-674A-46F6-9067-0D75C87A8E7F}" dt="2026-09-20T00:13:41.533" v="308" actId="26606"/>
          <ac:spMkLst>
            <pc:docMk/>
            <pc:sldMk cId="859695461" sldId="259"/>
            <ac:spMk id="55" creationId="{B603F6C2-6FB4-6A75-4C81-79A18F0D9F73}"/>
          </ac:spMkLst>
        </pc:spChg>
        <pc:spChg chg="mod replId">
          <ac:chgData name="s k verma" userId="75517990def8a224" providerId="LiveId" clId="{9FC138B0-674A-46F6-9067-0D75C87A8E7F}" dt="2026-09-20T00:13:41.533" v="308" actId="26606"/>
          <ac:spMkLst>
            <pc:docMk/>
            <pc:sldMk cId="859695461" sldId="259"/>
            <ac:spMk id="66" creationId="{A12BF17C-83DC-7EE4-AA75-703CB32CE5D7}"/>
          </ac:spMkLst>
        </pc:spChg>
        <pc:spChg chg="mod replId">
          <ac:chgData name="s k verma" userId="75517990def8a224" providerId="LiveId" clId="{9FC138B0-674A-46F6-9067-0D75C87A8E7F}" dt="2026-09-20T00:13:41.533" v="308" actId="26606"/>
          <ac:spMkLst>
            <pc:docMk/>
            <pc:sldMk cId="859695461" sldId="259"/>
            <ac:spMk id="70" creationId="{843F7CCC-B4A5-2F94-859B-7632E47BC878}"/>
          </ac:spMkLst>
        </pc:spChg>
        <pc:spChg chg="del">
          <ac:chgData name="s k verma" userId="75517990def8a224" providerId="LiveId" clId="{9FC138B0-674A-46F6-9067-0D75C87A8E7F}" dt="2026-09-20T00:13:41.858" v="309" actId="26606"/>
          <ac:spMkLst>
            <pc:docMk/>
            <pc:sldMk cId="859695461" sldId="259"/>
            <ac:spMk id="75" creationId="{C91E243D-9C28-82EB-554B-6004F6F9BD11}"/>
          </ac:spMkLst>
        </pc:spChg>
        <pc:spChg chg="del mod replId">
          <ac:chgData name="s k verma" userId="75517990def8a224" providerId="LiveId" clId="{9FC138B0-674A-46F6-9067-0D75C87A8E7F}" dt="2026-09-20T00:13:41.858" v="309" actId="26606"/>
          <ac:spMkLst>
            <pc:docMk/>
            <pc:sldMk cId="859695461" sldId="259"/>
            <ac:spMk id="79" creationId="{63690C91-D90E-D765-1F51-B26563D82F2C}"/>
          </ac:spMkLst>
        </pc:spChg>
        <pc:spChg chg="del">
          <ac:chgData name="s k verma" userId="75517990def8a224" providerId="LiveId" clId="{9FC138B0-674A-46F6-9067-0D75C87A8E7F}" dt="2026-09-20T00:13:41.858" v="309" actId="26606"/>
          <ac:spMkLst>
            <pc:docMk/>
            <pc:sldMk cId="859695461" sldId="259"/>
            <ac:spMk id="84" creationId="{58801F17-CED9-AC87-4292-BFF11C8E93F5}"/>
          </ac:spMkLst>
        </pc:spChg>
        <pc:spChg chg="mod replId">
          <ac:chgData name="s k verma" userId="75517990def8a224" providerId="LiveId" clId="{9FC138B0-674A-46F6-9067-0D75C87A8E7F}" dt="2026-09-20T00:13:41.533" v="308" actId="26606"/>
          <ac:spMkLst>
            <pc:docMk/>
            <pc:sldMk cId="859695461" sldId="259"/>
            <ac:spMk id="87" creationId="{C4B33630-8B9B-C71D-6A2D-7043B439D862}"/>
          </ac:spMkLst>
        </pc:spChg>
        <pc:spChg chg="del">
          <ac:chgData name="s k verma" userId="75517990def8a224" providerId="LiveId" clId="{9FC138B0-674A-46F6-9067-0D75C87A8E7F}" dt="2026-09-20T00:13:41.858" v="309" actId="26606"/>
          <ac:spMkLst>
            <pc:docMk/>
            <pc:sldMk cId="859695461" sldId="259"/>
            <ac:spMk id="88" creationId="{116A28D2-E793-3F65-31C4-99B9E29E9AE3}"/>
          </ac:spMkLst>
        </pc:spChg>
        <pc:spChg chg="del mod replId">
          <ac:chgData name="s k verma" userId="75517990def8a224" providerId="LiveId" clId="{9FC138B0-674A-46F6-9067-0D75C87A8E7F}" dt="2026-09-20T00:13:41.858" v="309" actId="26606"/>
          <ac:spMkLst>
            <pc:docMk/>
            <pc:sldMk cId="859695461" sldId="259"/>
            <ac:spMk id="96" creationId="{A13B5CB4-BA39-D43E-99C9-1F2016B7CA58}"/>
          </ac:spMkLst>
        </pc:spChg>
        <pc:spChg chg="mod replId">
          <ac:chgData name="s k verma" userId="75517990def8a224" providerId="LiveId" clId="{9FC138B0-674A-46F6-9067-0D75C87A8E7F}" dt="2026-09-20T00:13:41.533" v="308" actId="26606"/>
          <ac:spMkLst>
            <pc:docMk/>
            <pc:sldMk cId="859695461" sldId="259"/>
            <ac:spMk id="98" creationId="{7D323FE9-3AB5-913F-9915-86074B6661DD}"/>
          </ac:spMkLst>
        </pc:spChg>
        <pc:spChg chg="del mod replId">
          <ac:chgData name="s k verma" userId="75517990def8a224" providerId="LiveId" clId="{9FC138B0-674A-46F6-9067-0D75C87A8E7F}" dt="2026-09-20T00:13:41.858" v="309" actId="26606"/>
          <ac:spMkLst>
            <pc:docMk/>
            <pc:sldMk cId="859695461" sldId="259"/>
            <ac:spMk id="103" creationId="{CBEA2659-D26C-179E-DB6A-D36872230543}"/>
          </ac:spMkLst>
        </pc:spChg>
        <pc:spChg chg="mod replId">
          <ac:chgData name="s k verma" userId="75517990def8a224" providerId="LiveId" clId="{9FC138B0-674A-46F6-9067-0D75C87A8E7F}" dt="2026-09-20T00:13:41.533" v="308" actId="26606"/>
          <ac:spMkLst>
            <pc:docMk/>
            <pc:sldMk cId="859695461" sldId="259"/>
            <ac:spMk id="104" creationId="{976F8DCA-705E-B886-B81B-9324F267D537}"/>
          </ac:spMkLst>
        </pc:spChg>
        <pc:spChg chg="mod replId">
          <ac:chgData name="s k verma" userId="75517990def8a224" providerId="LiveId" clId="{9FC138B0-674A-46F6-9067-0D75C87A8E7F}" dt="2026-09-20T00:13:41.533" v="308" actId="26606"/>
          <ac:spMkLst>
            <pc:docMk/>
            <pc:sldMk cId="859695461" sldId="259"/>
            <ac:spMk id="107" creationId="{606F0248-D823-5E10-824F-65571F1A0EF3}"/>
          </ac:spMkLst>
        </pc:spChg>
      </pc:sldChg>
      <pc:sldChg chg="addSp delSp modSp add mod setBg modNotes">
        <pc:chgData name="s k verma" userId="75517990def8a224" providerId="LiveId" clId="{9FC138B0-674A-46F6-9067-0D75C87A8E7F}" dt="2026-09-20T00:27:13.715" v="311" actId="26606"/>
        <pc:sldMkLst>
          <pc:docMk/>
          <pc:sldMk cId="32332796" sldId="260"/>
        </pc:sldMkLst>
        <pc:spChg chg="add">
          <ac:chgData name="s k verma" userId="75517990def8a224" providerId="LiveId" clId="{9FC138B0-674A-46F6-9067-0D75C87A8E7F}" dt="2026-09-20T00:27:13.715" v="311" actId="26606"/>
          <ac:spMkLst>
            <pc:docMk/>
            <pc:sldMk cId="32332796" sldId="260"/>
            <ac:spMk id="3" creationId="{00000000-0000-0000-0000-000000000000}"/>
          </ac:spMkLst>
        </pc:spChg>
        <pc:spChg chg="add">
          <ac:chgData name="s k verma" userId="75517990def8a224" providerId="LiveId" clId="{9FC138B0-674A-46F6-9067-0D75C87A8E7F}" dt="2026-09-20T00:27:13.715" v="311" actId="26606"/>
          <ac:spMkLst>
            <pc:docMk/>
            <pc:sldMk cId="32332796" sldId="260"/>
            <ac:spMk id="20" creationId="{00000000-0000-0000-0000-000000000000}"/>
          </ac:spMkLst>
        </pc:spChg>
        <pc:spChg chg="add">
          <ac:chgData name="s k verma" userId="75517990def8a224" providerId="LiveId" clId="{9FC138B0-674A-46F6-9067-0D75C87A8E7F}" dt="2026-09-20T00:27:13.715" v="311" actId="26606"/>
          <ac:spMkLst>
            <pc:docMk/>
            <pc:sldMk cId="32332796" sldId="260"/>
            <ac:spMk id="22" creationId="{00000000-0000-0000-0000-000000000000}"/>
          </ac:spMkLst>
        </pc:spChg>
        <pc:spChg chg="add">
          <ac:chgData name="s k verma" userId="75517990def8a224" providerId="LiveId" clId="{9FC138B0-674A-46F6-9067-0D75C87A8E7F}" dt="2026-09-20T00:27:13.715" v="311" actId="26606"/>
          <ac:spMkLst>
            <pc:docMk/>
            <pc:sldMk cId="32332796" sldId="260"/>
            <ac:spMk id="25" creationId="{00000000-0000-0000-0000-000000000000}"/>
          </ac:spMkLst>
        </pc:spChg>
        <pc:spChg chg="add">
          <ac:chgData name="s k verma" userId="75517990def8a224" providerId="LiveId" clId="{9FC138B0-674A-46F6-9067-0D75C87A8E7F}" dt="2026-09-20T00:27:13.715" v="311" actId="26606"/>
          <ac:spMkLst>
            <pc:docMk/>
            <pc:sldMk cId="32332796" sldId="260"/>
            <ac:spMk id="26" creationId="{00000000-0000-0000-0000-000000000000}"/>
          </ac:spMkLst>
        </pc:spChg>
        <pc:spChg chg="add">
          <ac:chgData name="s k verma" userId="75517990def8a224" providerId="LiveId" clId="{9FC138B0-674A-46F6-9067-0D75C87A8E7F}" dt="2026-09-20T00:27:13.715" v="311" actId="26606"/>
          <ac:spMkLst>
            <pc:docMk/>
            <pc:sldMk cId="32332796" sldId="260"/>
            <ac:spMk id="27" creationId="{00000000-0000-0000-0000-000000000000}"/>
          </ac:spMkLst>
        </pc:spChg>
        <pc:spChg chg="add">
          <ac:chgData name="s k verma" userId="75517990def8a224" providerId="LiveId" clId="{9FC138B0-674A-46F6-9067-0D75C87A8E7F}" dt="2026-09-20T00:27:13.715" v="311" actId="26606"/>
          <ac:spMkLst>
            <pc:docMk/>
            <pc:sldMk cId="32332796" sldId="260"/>
            <ac:spMk id="28" creationId="{00000000-0000-0000-0000-000000000000}"/>
          </ac:spMkLst>
        </pc:spChg>
        <pc:spChg chg="add">
          <ac:chgData name="s k verma" userId="75517990def8a224" providerId="LiveId" clId="{9FC138B0-674A-46F6-9067-0D75C87A8E7F}" dt="2026-09-20T00:27:13.715" v="311" actId="26606"/>
          <ac:spMkLst>
            <pc:docMk/>
            <pc:sldMk cId="32332796" sldId="260"/>
            <ac:spMk id="38" creationId="{00000000-0000-0000-0000-000000000000}"/>
          </ac:spMkLst>
        </pc:spChg>
        <pc:spChg chg="add">
          <ac:chgData name="s k verma" userId="75517990def8a224" providerId="LiveId" clId="{9FC138B0-674A-46F6-9067-0D75C87A8E7F}" dt="2026-09-20T00:27:13.715" v="311" actId="26606"/>
          <ac:spMkLst>
            <pc:docMk/>
            <pc:sldMk cId="32332796" sldId="260"/>
            <ac:spMk id="40" creationId="{00000000-0000-0000-0000-000000000000}"/>
          </ac:spMkLst>
        </pc:spChg>
        <pc:spChg chg="add">
          <ac:chgData name="s k verma" userId="75517990def8a224" providerId="LiveId" clId="{9FC138B0-674A-46F6-9067-0D75C87A8E7F}" dt="2026-09-20T00:27:13.715" v="311" actId="26606"/>
          <ac:spMkLst>
            <pc:docMk/>
            <pc:sldMk cId="32332796" sldId="260"/>
            <ac:spMk id="41" creationId="{00000000-0000-0000-0000-000000000000}"/>
          </ac:spMkLst>
        </pc:spChg>
        <pc:picChg chg="del">
          <ac:chgData name="s k verma" userId="75517990def8a224" providerId="LiveId" clId="{9FC138B0-674A-46F6-9067-0D75C87A8E7F}" dt="2026-09-19T23:53:05.671" v="22" actId="478"/>
          <ac:picMkLst>
            <pc:docMk/>
            <pc:sldMk cId="32332796" sldId="260"/>
            <ac:picMk id="3" creationId="{9B179484-841F-E454-5688-33DDE0B4CFB2}"/>
          </ac:picMkLst>
        </pc:picChg>
        <pc:picChg chg="mod replId">
          <ac:chgData name="s k verma" userId="75517990def8a224" providerId="LiveId" clId="{9FC138B0-674A-46F6-9067-0D75C87A8E7F}" dt="2026-09-20T00:27:13.437" v="310" actId="26606"/>
          <ac:picMkLst>
            <pc:docMk/>
            <pc:sldMk cId="32332796" sldId="260"/>
            <ac:picMk id="47" creationId="{9A062418-A179-D611-AA59-F9BA930AD026}"/>
          </ac:picMkLst>
        </pc:picChg>
      </pc:sldChg>
      <pc:sldChg chg="add">
        <pc:chgData name="s k verma" userId="75517990def8a224" providerId="LiveId" clId="{9FC138B0-674A-46F6-9067-0D75C87A8E7F}" dt="2026-09-20T00:27:13.715" v="311" actId="26606"/>
        <pc:sldMkLst>
          <pc:docMk/>
          <pc:sldMk cId="0" sldId="261"/>
        </pc:sldMkLst>
      </pc:sldChg>
      <pc:sldChg chg="add">
        <pc:chgData name="s k verma" userId="75517990def8a224" providerId="LiveId" clId="{9FC138B0-674A-46F6-9067-0D75C87A8E7F}" dt="2026-09-20T00:27:13.715" v="311" actId="26606"/>
        <pc:sldMkLst>
          <pc:docMk/>
          <pc:sldMk cId="0" sldId="262"/>
        </pc:sldMkLst>
      </pc:sldChg>
      <pc:sldMasterChg chg="add addSldLayout delSldLayout modSldLayout sldLayoutOrd">
        <pc:chgData name="s k verma" userId="75517990def8a224" providerId="LiveId" clId="{9FC138B0-674A-46F6-9067-0D75C87A8E7F}" dt="2026-09-19T23:33:51.518" v="1" actId="26606"/>
        <pc:sldMasterMkLst>
          <pc:docMk/>
          <pc:sldMasterMk cId="3352423284" sldId="2147483648"/>
        </pc:sldMasterMkLst>
        <pc:sldLayoutChg chg="add">
          <pc:chgData name="s k verma" userId="75517990def8a224" providerId="LiveId" clId="{9FC138B0-674A-46F6-9067-0D75C87A8E7F}" dt="2026-09-19T23:33:51.518" v="1" actId="26606"/>
          <pc:sldLayoutMkLst>
            <pc:docMk/>
            <pc:sldMasterMk cId="3352423284" sldId="2147483648"/>
            <pc:sldLayoutMk cId="0" sldId="2147483649"/>
          </pc:sldLayoutMkLst>
        </pc:sldLayoutChg>
        <pc:sldLayoutChg chg="modSp del mod ord">
          <pc:chgData name="s k verma" userId="75517990def8a224" providerId="LiveId" clId="{9FC138B0-674A-46F6-9067-0D75C87A8E7F}" dt="2026-09-19T23:33:51.518" v="1" actId="26606"/>
          <pc:sldLayoutMkLst>
            <pc:docMk/>
            <pc:sldMasterMk cId="3352423284" sldId="2147483648"/>
            <pc:sldLayoutMk cId="3517194465" sldId="2147483650"/>
          </pc:sldLayoutMkLst>
          <pc:spChg chg="mod">
            <ac:chgData name="s k verma" userId="75517990def8a224" providerId="LiveId" clId="{9FC138B0-674A-46F6-9067-0D75C87A8E7F}" dt="2026-09-19T23:33:51.518" v="1" actId="26606"/>
            <ac:spMkLst>
              <pc:docMk/>
              <pc:sldMasterMk cId="3352423284" sldId="2147483648"/>
              <pc:sldLayoutMk cId="3517194465" sldId="2147483650"/>
              <ac:spMk id="2" creationId="{16B6071B-CD9F-D845-6285-310B85B3BDB7}"/>
            </ac:spMkLst>
          </pc:spChg>
          <pc:spChg chg="mod">
            <ac:chgData name="s k verma" userId="75517990def8a224" providerId="LiveId" clId="{9FC138B0-674A-46F6-9067-0D75C87A8E7F}" dt="2026-09-19T23:33:51.518" v="1" actId="26606"/>
            <ac:spMkLst>
              <pc:docMk/>
              <pc:sldMasterMk cId="3352423284" sldId="2147483648"/>
              <pc:sldLayoutMk cId="3517194465" sldId="2147483650"/>
              <ac:spMk id="3" creationId="{D143A074-BDAD-9FB5-9DA5-63C21DA5796E}"/>
            </ac:spMkLst>
          </pc:spChg>
          <pc:spChg chg="mod">
            <ac:chgData name="s k verma" userId="75517990def8a224" providerId="LiveId" clId="{9FC138B0-674A-46F6-9067-0D75C87A8E7F}" dt="2026-09-19T23:33:51.518" v="1" actId="26606"/>
            <ac:spMkLst>
              <pc:docMk/>
              <pc:sldMasterMk cId="3352423284" sldId="2147483648"/>
              <pc:sldLayoutMk cId="3517194465" sldId="2147483650"/>
              <ac:spMk id="4" creationId="{6371824F-8139-6D7A-1901-D53800281E61}"/>
            </ac:spMkLst>
          </pc:spChg>
          <pc:spChg chg="mod">
            <ac:chgData name="s k verma" userId="75517990def8a224" providerId="LiveId" clId="{9FC138B0-674A-46F6-9067-0D75C87A8E7F}" dt="2026-09-19T23:33:51.518" v="1" actId="26606"/>
            <ac:spMkLst>
              <pc:docMk/>
              <pc:sldMasterMk cId="3352423284" sldId="2147483648"/>
              <pc:sldLayoutMk cId="3517194465" sldId="2147483650"/>
              <ac:spMk id="5" creationId="{96A404D5-FF76-695D-EA09-54A556243540}"/>
            </ac:spMkLst>
          </pc:spChg>
          <pc:spChg chg="mod">
            <ac:chgData name="s k verma" userId="75517990def8a224" providerId="LiveId" clId="{9FC138B0-674A-46F6-9067-0D75C87A8E7F}" dt="2026-09-19T23:33:51.518" v="1" actId="26606"/>
            <ac:spMkLst>
              <pc:docMk/>
              <pc:sldMasterMk cId="3352423284" sldId="2147483648"/>
              <pc:sldLayoutMk cId="3517194465" sldId="2147483650"/>
              <ac:spMk id="6" creationId="{FD847BC9-FDB1-23AB-44E9-0671A1082DA9}"/>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2831382416" sldId="2147483651"/>
          </pc:sldLayoutMkLst>
          <pc:spChg chg="mod">
            <ac:chgData name="s k verma" userId="75517990def8a224" providerId="LiveId" clId="{9FC138B0-674A-46F6-9067-0D75C87A8E7F}" dt="2026-09-19T23:33:51.518" v="1" actId="26606"/>
            <ac:spMkLst>
              <pc:docMk/>
              <pc:sldMasterMk cId="3352423284" sldId="2147483648"/>
              <pc:sldLayoutMk cId="2831382416" sldId="2147483651"/>
              <ac:spMk id="2" creationId="{2DB4A362-55A4-6D7D-C370-1C9F46389D34}"/>
            </ac:spMkLst>
          </pc:spChg>
          <pc:spChg chg="mod">
            <ac:chgData name="s k verma" userId="75517990def8a224" providerId="LiveId" clId="{9FC138B0-674A-46F6-9067-0D75C87A8E7F}" dt="2026-09-19T23:33:51.518" v="1" actId="26606"/>
            <ac:spMkLst>
              <pc:docMk/>
              <pc:sldMasterMk cId="3352423284" sldId="2147483648"/>
              <pc:sldLayoutMk cId="2831382416" sldId="2147483651"/>
              <ac:spMk id="3" creationId="{DE5CAC70-829A-FCAE-7F31-6B94C3FE2D48}"/>
            </ac:spMkLst>
          </pc:spChg>
          <pc:spChg chg="mod">
            <ac:chgData name="s k verma" userId="75517990def8a224" providerId="LiveId" clId="{9FC138B0-674A-46F6-9067-0D75C87A8E7F}" dt="2026-09-19T23:33:51.518" v="1" actId="26606"/>
            <ac:spMkLst>
              <pc:docMk/>
              <pc:sldMasterMk cId="3352423284" sldId="2147483648"/>
              <pc:sldLayoutMk cId="2831382416" sldId="2147483651"/>
              <ac:spMk id="4" creationId="{41DB26EB-73E9-1CD8-72AE-E032EFBB1593}"/>
            </ac:spMkLst>
          </pc:spChg>
          <pc:spChg chg="mod">
            <ac:chgData name="s k verma" userId="75517990def8a224" providerId="LiveId" clId="{9FC138B0-674A-46F6-9067-0D75C87A8E7F}" dt="2026-09-19T23:33:51.518" v="1" actId="26606"/>
            <ac:spMkLst>
              <pc:docMk/>
              <pc:sldMasterMk cId="3352423284" sldId="2147483648"/>
              <pc:sldLayoutMk cId="2831382416" sldId="2147483651"/>
              <ac:spMk id="5" creationId="{2E71C009-9553-1865-A620-4FD8F8C16D98}"/>
            </ac:spMkLst>
          </pc:spChg>
          <pc:spChg chg="mod">
            <ac:chgData name="s k verma" userId="75517990def8a224" providerId="LiveId" clId="{9FC138B0-674A-46F6-9067-0D75C87A8E7F}" dt="2026-09-19T23:33:51.518" v="1" actId="26606"/>
            <ac:spMkLst>
              <pc:docMk/>
              <pc:sldMasterMk cId="3352423284" sldId="2147483648"/>
              <pc:sldLayoutMk cId="2831382416" sldId="2147483651"/>
              <ac:spMk id="6" creationId="{75F40B5B-E04C-942A-8F92-3218479DFEB1}"/>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3595186755" sldId="2147483652"/>
          </pc:sldLayoutMkLst>
          <pc:spChg chg="mod">
            <ac:chgData name="s k verma" userId="75517990def8a224" providerId="LiveId" clId="{9FC138B0-674A-46F6-9067-0D75C87A8E7F}" dt="2026-09-19T23:33:51.518" v="1" actId="26606"/>
            <ac:spMkLst>
              <pc:docMk/>
              <pc:sldMasterMk cId="3352423284" sldId="2147483648"/>
              <pc:sldLayoutMk cId="3595186755" sldId="2147483652"/>
              <ac:spMk id="2" creationId="{9FBE41E7-3765-F0D0-FBB8-7CEF1E99C264}"/>
            </ac:spMkLst>
          </pc:spChg>
          <pc:spChg chg="mod">
            <ac:chgData name="s k verma" userId="75517990def8a224" providerId="LiveId" clId="{9FC138B0-674A-46F6-9067-0D75C87A8E7F}" dt="2026-09-19T23:33:51.518" v="1" actId="26606"/>
            <ac:spMkLst>
              <pc:docMk/>
              <pc:sldMasterMk cId="3352423284" sldId="2147483648"/>
              <pc:sldLayoutMk cId="3595186755" sldId="2147483652"/>
              <ac:spMk id="3" creationId="{A2AAF9CE-085A-EB93-9B66-1B6658F422BF}"/>
            </ac:spMkLst>
          </pc:spChg>
          <pc:spChg chg="mod">
            <ac:chgData name="s k verma" userId="75517990def8a224" providerId="LiveId" clId="{9FC138B0-674A-46F6-9067-0D75C87A8E7F}" dt="2026-09-19T23:33:51.518" v="1" actId="26606"/>
            <ac:spMkLst>
              <pc:docMk/>
              <pc:sldMasterMk cId="3352423284" sldId="2147483648"/>
              <pc:sldLayoutMk cId="3595186755" sldId="2147483652"/>
              <ac:spMk id="4" creationId="{B435D8EA-545B-E409-C84A-04CC9984707D}"/>
            </ac:spMkLst>
          </pc:spChg>
          <pc:spChg chg="mod">
            <ac:chgData name="s k verma" userId="75517990def8a224" providerId="LiveId" clId="{9FC138B0-674A-46F6-9067-0D75C87A8E7F}" dt="2026-09-19T23:33:51.518" v="1" actId="26606"/>
            <ac:spMkLst>
              <pc:docMk/>
              <pc:sldMasterMk cId="3352423284" sldId="2147483648"/>
              <pc:sldLayoutMk cId="3595186755" sldId="2147483652"/>
              <ac:spMk id="5" creationId="{3C1FB7B9-EFC9-3DA9-2362-9B5825CA45FD}"/>
            </ac:spMkLst>
          </pc:spChg>
          <pc:spChg chg="mod">
            <ac:chgData name="s k verma" userId="75517990def8a224" providerId="LiveId" clId="{9FC138B0-674A-46F6-9067-0D75C87A8E7F}" dt="2026-09-19T23:33:51.518" v="1" actId="26606"/>
            <ac:spMkLst>
              <pc:docMk/>
              <pc:sldMasterMk cId="3352423284" sldId="2147483648"/>
              <pc:sldLayoutMk cId="3595186755" sldId="2147483652"/>
              <ac:spMk id="6" creationId="{B80908C6-5346-5E85-DEAF-7FB4FBAB071C}"/>
            </ac:spMkLst>
          </pc:spChg>
          <pc:spChg chg="mod">
            <ac:chgData name="s k verma" userId="75517990def8a224" providerId="LiveId" clId="{9FC138B0-674A-46F6-9067-0D75C87A8E7F}" dt="2026-09-19T23:33:51.518" v="1" actId="26606"/>
            <ac:spMkLst>
              <pc:docMk/>
              <pc:sldMasterMk cId="3352423284" sldId="2147483648"/>
              <pc:sldLayoutMk cId="3595186755" sldId="2147483652"/>
              <ac:spMk id="7" creationId="{A0D33C44-9D39-C96F-0F28-B62275E70673}"/>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684085524" sldId="2147483653"/>
          </pc:sldLayoutMkLst>
          <pc:spChg chg="mod">
            <ac:chgData name="s k verma" userId="75517990def8a224" providerId="LiveId" clId="{9FC138B0-674A-46F6-9067-0D75C87A8E7F}" dt="2026-09-19T23:33:51.518" v="1" actId="26606"/>
            <ac:spMkLst>
              <pc:docMk/>
              <pc:sldMasterMk cId="3352423284" sldId="2147483648"/>
              <pc:sldLayoutMk cId="684085524" sldId="2147483653"/>
              <ac:spMk id="2" creationId="{E48E2253-DC05-A7AF-FAF7-D5169F859D4A}"/>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3" creationId="{C421500C-CCC1-F4A8-873B-2FAB70E29573}"/>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4" creationId="{388F0AFA-5103-FC4F-A500-72D832054177}"/>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5" creationId="{B645505F-0F9A-A501-0AE2-8B434621413A}"/>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6" creationId="{BAC3E2D3-3572-A899-5114-6B67AFCDA075}"/>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7" creationId="{C8213314-A287-DFCE-BA6A-622EDB0EB1B4}"/>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8" creationId="{98D771EB-1F7F-B084-B817-352688C0EEB1}"/>
            </ac:spMkLst>
          </pc:spChg>
          <pc:spChg chg="mod">
            <ac:chgData name="s k verma" userId="75517990def8a224" providerId="LiveId" clId="{9FC138B0-674A-46F6-9067-0D75C87A8E7F}" dt="2026-09-19T23:33:51.518" v="1" actId="26606"/>
            <ac:spMkLst>
              <pc:docMk/>
              <pc:sldMasterMk cId="3352423284" sldId="2147483648"/>
              <pc:sldLayoutMk cId="684085524" sldId="2147483653"/>
              <ac:spMk id="9" creationId="{98E19931-914D-9E06-760A-DB1EF3AB0782}"/>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22575339" sldId="2147483654"/>
          </pc:sldLayoutMkLst>
          <pc:spChg chg="mod">
            <ac:chgData name="s k verma" userId="75517990def8a224" providerId="LiveId" clId="{9FC138B0-674A-46F6-9067-0D75C87A8E7F}" dt="2026-09-19T23:33:51.518" v="1" actId="26606"/>
            <ac:spMkLst>
              <pc:docMk/>
              <pc:sldMasterMk cId="3352423284" sldId="2147483648"/>
              <pc:sldLayoutMk cId="22575339" sldId="2147483654"/>
              <ac:spMk id="2" creationId="{035401C1-98D9-E03E-CBD9-0393CB199A36}"/>
            </ac:spMkLst>
          </pc:spChg>
          <pc:spChg chg="mod">
            <ac:chgData name="s k verma" userId="75517990def8a224" providerId="LiveId" clId="{9FC138B0-674A-46F6-9067-0D75C87A8E7F}" dt="2026-09-19T23:33:51.518" v="1" actId="26606"/>
            <ac:spMkLst>
              <pc:docMk/>
              <pc:sldMasterMk cId="3352423284" sldId="2147483648"/>
              <pc:sldLayoutMk cId="22575339" sldId="2147483654"/>
              <ac:spMk id="3" creationId="{79709C50-2F32-2999-4C5A-B2190A56FF28}"/>
            </ac:spMkLst>
          </pc:spChg>
          <pc:spChg chg="mod">
            <ac:chgData name="s k verma" userId="75517990def8a224" providerId="LiveId" clId="{9FC138B0-674A-46F6-9067-0D75C87A8E7F}" dt="2026-09-19T23:33:51.518" v="1" actId="26606"/>
            <ac:spMkLst>
              <pc:docMk/>
              <pc:sldMasterMk cId="3352423284" sldId="2147483648"/>
              <pc:sldLayoutMk cId="22575339" sldId="2147483654"/>
              <ac:spMk id="4" creationId="{8475DFA3-9C96-D29D-A7F5-25869F7D90F9}"/>
            </ac:spMkLst>
          </pc:spChg>
          <pc:spChg chg="mod">
            <ac:chgData name="s k verma" userId="75517990def8a224" providerId="LiveId" clId="{9FC138B0-674A-46F6-9067-0D75C87A8E7F}" dt="2026-09-19T23:33:51.518" v="1" actId="26606"/>
            <ac:spMkLst>
              <pc:docMk/>
              <pc:sldMasterMk cId="3352423284" sldId="2147483648"/>
              <pc:sldLayoutMk cId="22575339" sldId="2147483654"/>
              <ac:spMk id="5" creationId="{F56F3FB6-F1A3-10B8-1849-415F266F9C71}"/>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3527409518" sldId="2147483655"/>
          </pc:sldLayoutMkLst>
          <pc:spChg chg="mod">
            <ac:chgData name="s k verma" userId="75517990def8a224" providerId="LiveId" clId="{9FC138B0-674A-46F6-9067-0D75C87A8E7F}" dt="2026-09-19T23:33:51.518" v="1" actId="26606"/>
            <ac:spMkLst>
              <pc:docMk/>
              <pc:sldMasterMk cId="3352423284" sldId="2147483648"/>
              <pc:sldLayoutMk cId="3527409518" sldId="2147483655"/>
              <ac:spMk id="2" creationId="{4E464155-A974-2CCA-EF3D-CFE9E5B7DB13}"/>
            </ac:spMkLst>
          </pc:spChg>
          <pc:spChg chg="mod">
            <ac:chgData name="s k verma" userId="75517990def8a224" providerId="LiveId" clId="{9FC138B0-674A-46F6-9067-0D75C87A8E7F}" dt="2026-09-19T23:33:51.518" v="1" actId="26606"/>
            <ac:spMkLst>
              <pc:docMk/>
              <pc:sldMasterMk cId="3352423284" sldId="2147483648"/>
              <pc:sldLayoutMk cId="3527409518" sldId="2147483655"/>
              <ac:spMk id="3" creationId="{C650F1DE-B2A3-FFBC-A50A-653E693BBA46}"/>
            </ac:spMkLst>
          </pc:spChg>
          <pc:spChg chg="mod">
            <ac:chgData name="s k verma" userId="75517990def8a224" providerId="LiveId" clId="{9FC138B0-674A-46F6-9067-0D75C87A8E7F}" dt="2026-09-19T23:33:51.518" v="1" actId="26606"/>
            <ac:spMkLst>
              <pc:docMk/>
              <pc:sldMasterMk cId="3352423284" sldId="2147483648"/>
              <pc:sldLayoutMk cId="3527409518" sldId="2147483655"/>
              <ac:spMk id="4" creationId="{454ADAAD-7EFC-A3C0-C8BA-7D69C95EA568}"/>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1890747143" sldId="2147483656"/>
          </pc:sldLayoutMkLst>
          <pc:spChg chg="mod">
            <ac:chgData name="s k verma" userId="75517990def8a224" providerId="LiveId" clId="{9FC138B0-674A-46F6-9067-0D75C87A8E7F}" dt="2026-09-19T23:33:51.518" v="1" actId="26606"/>
            <ac:spMkLst>
              <pc:docMk/>
              <pc:sldMasterMk cId="3352423284" sldId="2147483648"/>
              <pc:sldLayoutMk cId="1890747143" sldId="2147483656"/>
              <ac:spMk id="2" creationId="{2DB08A57-487F-492B-C39E-8B0E32C6E7B4}"/>
            </ac:spMkLst>
          </pc:spChg>
          <pc:spChg chg="mod">
            <ac:chgData name="s k verma" userId="75517990def8a224" providerId="LiveId" clId="{9FC138B0-674A-46F6-9067-0D75C87A8E7F}" dt="2026-09-19T23:33:51.518" v="1" actId="26606"/>
            <ac:spMkLst>
              <pc:docMk/>
              <pc:sldMasterMk cId="3352423284" sldId="2147483648"/>
              <pc:sldLayoutMk cId="1890747143" sldId="2147483656"/>
              <ac:spMk id="3" creationId="{A31771FE-EFE5-CEDC-6FEE-5970843D580A}"/>
            </ac:spMkLst>
          </pc:spChg>
          <pc:spChg chg="mod">
            <ac:chgData name="s k verma" userId="75517990def8a224" providerId="LiveId" clId="{9FC138B0-674A-46F6-9067-0D75C87A8E7F}" dt="2026-09-19T23:33:51.518" v="1" actId="26606"/>
            <ac:spMkLst>
              <pc:docMk/>
              <pc:sldMasterMk cId="3352423284" sldId="2147483648"/>
              <pc:sldLayoutMk cId="1890747143" sldId="2147483656"/>
              <ac:spMk id="4" creationId="{6F5FE164-B157-93BF-D301-11F4A0404A62}"/>
            </ac:spMkLst>
          </pc:spChg>
          <pc:spChg chg="mod">
            <ac:chgData name="s k verma" userId="75517990def8a224" providerId="LiveId" clId="{9FC138B0-674A-46F6-9067-0D75C87A8E7F}" dt="2026-09-19T23:33:51.518" v="1" actId="26606"/>
            <ac:spMkLst>
              <pc:docMk/>
              <pc:sldMasterMk cId="3352423284" sldId="2147483648"/>
              <pc:sldLayoutMk cId="1890747143" sldId="2147483656"/>
              <ac:spMk id="5" creationId="{829DBEC2-0079-BA32-B669-A3A1462BE4BE}"/>
            </ac:spMkLst>
          </pc:spChg>
          <pc:spChg chg="mod">
            <ac:chgData name="s k verma" userId="75517990def8a224" providerId="LiveId" clId="{9FC138B0-674A-46F6-9067-0D75C87A8E7F}" dt="2026-09-19T23:33:51.518" v="1" actId="26606"/>
            <ac:spMkLst>
              <pc:docMk/>
              <pc:sldMasterMk cId="3352423284" sldId="2147483648"/>
              <pc:sldLayoutMk cId="1890747143" sldId="2147483656"/>
              <ac:spMk id="6" creationId="{2101B5B0-8565-F6AC-4C0C-9B7E5B2820E4}"/>
            </ac:spMkLst>
          </pc:spChg>
          <pc:spChg chg="mod">
            <ac:chgData name="s k verma" userId="75517990def8a224" providerId="LiveId" clId="{9FC138B0-674A-46F6-9067-0D75C87A8E7F}" dt="2026-09-19T23:33:51.518" v="1" actId="26606"/>
            <ac:spMkLst>
              <pc:docMk/>
              <pc:sldMasterMk cId="3352423284" sldId="2147483648"/>
              <pc:sldLayoutMk cId="1890747143" sldId="2147483656"/>
              <ac:spMk id="7" creationId="{11E88C08-ED77-6919-70DD-F54067C406A3}"/>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2820168722" sldId="2147483657"/>
          </pc:sldLayoutMkLst>
          <pc:spChg chg="mod">
            <ac:chgData name="s k verma" userId="75517990def8a224" providerId="LiveId" clId="{9FC138B0-674A-46F6-9067-0D75C87A8E7F}" dt="2026-09-19T23:33:51.518" v="1" actId="26606"/>
            <ac:spMkLst>
              <pc:docMk/>
              <pc:sldMasterMk cId="3352423284" sldId="2147483648"/>
              <pc:sldLayoutMk cId="2820168722" sldId="2147483657"/>
              <ac:spMk id="2" creationId="{79A0EB91-70D9-743D-5454-4E8ACC5D15D4}"/>
            </ac:spMkLst>
          </pc:spChg>
          <pc:spChg chg="mod">
            <ac:chgData name="s k verma" userId="75517990def8a224" providerId="LiveId" clId="{9FC138B0-674A-46F6-9067-0D75C87A8E7F}" dt="2026-09-19T23:33:51.518" v="1" actId="26606"/>
            <ac:spMkLst>
              <pc:docMk/>
              <pc:sldMasterMk cId="3352423284" sldId="2147483648"/>
              <pc:sldLayoutMk cId="2820168722" sldId="2147483657"/>
              <ac:spMk id="3" creationId="{6B1FE5F1-37AE-6AFD-8A1D-E0D610C6FE83}"/>
            </ac:spMkLst>
          </pc:spChg>
          <pc:spChg chg="mod">
            <ac:chgData name="s k verma" userId="75517990def8a224" providerId="LiveId" clId="{9FC138B0-674A-46F6-9067-0D75C87A8E7F}" dt="2026-09-19T23:33:51.518" v="1" actId="26606"/>
            <ac:spMkLst>
              <pc:docMk/>
              <pc:sldMasterMk cId="3352423284" sldId="2147483648"/>
              <pc:sldLayoutMk cId="2820168722" sldId="2147483657"/>
              <ac:spMk id="4" creationId="{872743F7-52A7-5F1E-F807-35FFF10A8D74}"/>
            </ac:spMkLst>
          </pc:spChg>
          <pc:spChg chg="mod">
            <ac:chgData name="s k verma" userId="75517990def8a224" providerId="LiveId" clId="{9FC138B0-674A-46F6-9067-0D75C87A8E7F}" dt="2026-09-19T23:33:51.518" v="1" actId="26606"/>
            <ac:spMkLst>
              <pc:docMk/>
              <pc:sldMasterMk cId="3352423284" sldId="2147483648"/>
              <pc:sldLayoutMk cId="2820168722" sldId="2147483657"/>
              <ac:spMk id="5" creationId="{F40C78B9-658C-C9A6-19D9-771E55C5E5FE}"/>
            </ac:spMkLst>
          </pc:spChg>
          <pc:spChg chg="mod">
            <ac:chgData name="s k verma" userId="75517990def8a224" providerId="LiveId" clId="{9FC138B0-674A-46F6-9067-0D75C87A8E7F}" dt="2026-09-19T23:33:51.518" v="1" actId="26606"/>
            <ac:spMkLst>
              <pc:docMk/>
              <pc:sldMasterMk cId="3352423284" sldId="2147483648"/>
              <pc:sldLayoutMk cId="2820168722" sldId="2147483657"/>
              <ac:spMk id="6" creationId="{F1B8F022-6981-9C5C-B53A-1F454B35BC55}"/>
            </ac:spMkLst>
          </pc:spChg>
          <pc:spChg chg="mod">
            <ac:chgData name="s k verma" userId="75517990def8a224" providerId="LiveId" clId="{9FC138B0-674A-46F6-9067-0D75C87A8E7F}" dt="2026-09-19T23:33:51.518" v="1" actId="26606"/>
            <ac:spMkLst>
              <pc:docMk/>
              <pc:sldMasterMk cId="3352423284" sldId="2147483648"/>
              <pc:sldLayoutMk cId="2820168722" sldId="2147483657"/>
              <ac:spMk id="7" creationId="{293F6659-DD01-0B89-4FAA-B36AF3B0447C}"/>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2156089450" sldId="2147483658"/>
          </pc:sldLayoutMkLst>
          <pc:spChg chg="mod">
            <ac:chgData name="s k verma" userId="75517990def8a224" providerId="LiveId" clId="{9FC138B0-674A-46F6-9067-0D75C87A8E7F}" dt="2026-09-19T23:33:51.518" v="1" actId="26606"/>
            <ac:spMkLst>
              <pc:docMk/>
              <pc:sldMasterMk cId="3352423284" sldId="2147483648"/>
              <pc:sldLayoutMk cId="2156089450" sldId="2147483658"/>
              <ac:spMk id="2" creationId="{B9F819BB-6D10-6BA3-916A-382B384E1BC3}"/>
            </ac:spMkLst>
          </pc:spChg>
          <pc:spChg chg="mod">
            <ac:chgData name="s k verma" userId="75517990def8a224" providerId="LiveId" clId="{9FC138B0-674A-46F6-9067-0D75C87A8E7F}" dt="2026-09-19T23:33:51.518" v="1" actId="26606"/>
            <ac:spMkLst>
              <pc:docMk/>
              <pc:sldMasterMk cId="3352423284" sldId="2147483648"/>
              <pc:sldLayoutMk cId="2156089450" sldId="2147483658"/>
              <ac:spMk id="3" creationId="{0F288CF7-2E30-5C56-7662-CE895776B381}"/>
            </ac:spMkLst>
          </pc:spChg>
          <pc:spChg chg="mod">
            <ac:chgData name="s k verma" userId="75517990def8a224" providerId="LiveId" clId="{9FC138B0-674A-46F6-9067-0D75C87A8E7F}" dt="2026-09-19T23:33:51.518" v="1" actId="26606"/>
            <ac:spMkLst>
              <pc:docMk/>
              <pc:sldMasterMk cId="3352423284" sldId="2147483648"/>
              <pc:sldLayoutMk cId="2156089450" sldId="2147483658"/>
              <ac:spMk id="4" creationId="{7490084E-8B5A-78D9-A1F3-B69567261506}"/>
            </ac:spMkLst>
          </pc:spChg>
          <pc:spChg chg="mod">
            <ac:chgData name="s k verma" userId="75517990def8a224" providerId="LiveId" clId="{9FC138B0-674A-46F6-9067-0D75C87A8E7F}" dt="2026-09-19T23:33:51.518" v="1" actId="26606"/>
            <ac:spMkLst>
              <pc:docMk/>
              <pc:sldMasterMk cId="3352423284" sldId="2147483648"/>
              <pc:sldLayoutMk cId="2156089450" sldId="2147483658"/>
              <ac:spMk id="5" creationId="{5543354F-C0B3-E3CC-B483-880F0ED9F999}"/>
            </ac:spMkLst>
          </pc:spChg>
          <pc:spChg chg="mod">
            <ac:chgData name="s k verma" userId="75517990def8a224" providerId="LiveId" clId="{9FC138B0-674A-46F6-9067-0D75C87A8E7F}" dt="2026-09-19T23:33:51.518" v="1" actId="26606"/>
            <ac:spMkLst>
              <pc:docMk/>
              <pc:sldMasterMk cId="3352423284" sldId="2147483648"/>
              <pc:sldLayoutMk cId="2156089450" sldId="2147483658"/>
              <ac:spMk id="6" creationId="{66AC5293-5036-4995-FE34-095F6C031AF8}"/>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317471087" sldId="2147483659"/>
          </pc:sldLayoutMkLst>
          <pc:spChg chg="mod">
            <ac:chgData name="s k verma" userId="75517990def8a224" providerId="LiveId" clId="{9FC138B0-674A-46F6-9067-0D75C87A8E7F}" dt="2026-09-19T23:33:51.518" v="1" actId="26606"/>
            <ac:spMkLst>
              <pc:docMk/>
              <pc:sldMasterMk cId="3352423284" sldId="2147483648"/>
              <pc:sldLayoutMk cId="317471087" sldId="2147483659"/>
              <ac:spMk id="2" creationId="{85CFDB9E-DE6D-6116-34ED-6279639577EA}"/>
            </ac:spMkLst>
          </pc:spChg>
          <pc:spChg chg="mod">
            <ac:chgData name="s k verma" userId="75517990def8a224" providerId="LiveId" clId="{9FC138B0-674A-46F6-9067-0D75C87A8E7F}" dt="2026-09-19T23:33:51.518" v="1" actId="26606"/>
            <ac:spMkLst>
              <pc:docMk/>
              <pc:sldMasterMk cId="3352423284" sldId="2147483648"/>
              <pc:sldLayoutMk cId="317471087" sldId="2147483659"/>
              <ac:spMk id="3" creationId="{7FF29594-33E2-A8D0-25C6-9E7A292FD0C5}"/>
            </ac:spMkLst>
          </pc:spChg>
          <pc:spChg chg="mod">
            <ac:chgData name="s k verma" userId="75517990def8a224" providerId="LiveId" clId="{9FC138B0-674A-46F6-9067-0D75C87A8E7F}" dt="2026-09-19T23:33:51.518" v="1" actId="26606"/>
            <ac:spMkLst>
              <pc:docMk/>
              <pc:sldMasterMk cId="3352423284" sldId="2147483648"/>
              <pc:sldLayoutMk cId="317471087" sldId="2147483659"/>
              <ac:spMk id="4" creationId="{A4DE90DF-81FF-580D-4E54-D634F27F2721}"/>
            </ac:spMkLst>
          </pc:spChg>
          <pc:spChg chg="mod">
            <ac:chgData name="s k verma" userId="75517990def8a224" providerId="LiveId" clId="{9FC138B0-674A-46F6-9067-0D75C87A8E7F}" dt="2026-09-19T23:33:51.518" v="1" actId="26606"/>
            <ac:spMkLst>
              <pc:docMk/>
              <pc:sldMasterMk cId="3352423284" sldId="2147483648"/>
              <pc:sldLayoutMk cId="317471087" sldId="2147483659"/>
              <ac:spMk id="5" creationId="{DC94CB03-A1F0-9ECB-8B44-6F46C7C53612}"/>
            </ac:spMkLst>
          </pc:spChg>
          <pc:spChg chg="mod">
            <ac:chgData name="s k verma" userId="75517990def8a224" providerId="LiveId" clId="{9FC138B0-674A-46F6-9067-0D75C87A8E7F}" dt="2026-09-19T23:33:51.518" v="1" actId="26606"/>
            <ac:spMkLst>
              <pc:docMk/>
              <pc:sldMasterMk cId="3352423284" sldId="2147483648"/>
              <pc:sldLayoutMk cId="317471087" sldId="2147483659"/>
              <ac:spMk id="6" creationId="{E9F3EAF0-3A09-00C5-81F7-68B3023FFB4B}"/>
            </ac:spMkLst>
          </pc:spChg>
        </pc:sldLayoutChg>
        <pc:sldLayoutChg chg="modSp del mod ord">
          <pc:chgData name="s k verma" userId="75517990def8a224" providerId="LiveId" clId="{9FC138B0-674A-46F6-9067-0D75C87A8E7F}" dt="2026-09-19T23:33:51.518" v="1" actId="26606"/>
          <pc:sldLayoutMkLst>
            <pc:docMk/>
            <pc:sldMasterMk cId="3352423284" sldId="2147483648"/>
            <pc:sldLayoutMk cId="1379873452" sldId="2147483661"/>
          </pc:sldLayoutMkLst>
          <pc:spChg chg="mod">
            <ac:chgData name="s k verma" userId="75517990def8a224" providerId="LiveId" clId="{9FC138B0-674A-46F6-9067-0D75C87A8E7F}" dt="2026-09-19T23:33:51.518" v="1" actId="26606"/>
            <ac:spMkLst>
              <pc:docMk/>
              <pc:sldMasterMk cId="3352423284" sldId="2147483648"/>
              <pc:sldLayoutMk cId="1379873452" sldId="2147483661"/>
              <ac:spMk id="2" creationId="{53A17B84-2785-C2DC-7379-26C9124B4060}"/>
            </ac:spMkLst>
          </pc:spChg>
          <pc:spChg chg="mod">
            <ac:chgData name="s k verma" userId="75517990def8a224" providerId="LiveId" clId="{9FC138B0-674A-46F6-9067-0D75C87A8E7F}" dt="2026-09-19T23:33:51.518" v="1" actId="26606"/>
            <ac:spMkLst>
              <pc:docMk/>
              <pc:sldMasterMk cId="3352423284" sldId="2147483648"/>
              <pc:sldLayoutMk cId="1379873452" sldId="2147483661"/>
              <ac:spMk id="3" creationId="{A03CE1F3-2327-5EB9-34F9-6A4201571040}"/>
            </ac:spMkLst>
          </pc:spChg>
          <pc:spChg chg="mod">
            <ac:chgData name="s k verma" userId="75517990def8a224" providerId="LiveId" clId="{9FC138B0-674A-46F6-9067-0D75C87A8E7F}" dt="2026-09-19T23:33:51.518" v="1" actId="26606"/>
            <ac:spMkLst>
              <pc:docMk/>
              <pc:sldMasterMk cId="3352423284" sldId="2147483648"/>
              <pc:sldLayoutMk cId="1379873452" sldId="2147483661"/>
              <ac:spMk id="4" creationId="{F53EAA8D-91B8-E1B2-787F-FAF66AF2DF72}"/>
            </ac:spMkLst>
          </pc:spChg>
          <pc:spChg chg="mod">
            <ac:chgData name="s k verma" userId="75517990def8a224" providerId="LiveId" clId="{9FC138B0-674A-46F6-9067-0D75C87A8E7F}" dt="2026-09-19T23:33:51.518" v="1" actId="26606"/>
            <ac:spMkLst>
              <pc:docMk/>
              <pc:sldMasterMk cId="3352423284" sldId="2147483648"/>
              <pc:sldLayoutMk cId="1379873452" sldId="2147483661"/>
              <ac:spMk id="5" creationId="{527AAA35-B913-913E-9034-85D1CA9C0DE3}"/>
            </ac:spMkLst>
          </pc:spChg>
          <pc:spChg chg="mod">
            <ac:chgData name="s k verma" userId="75517990def8a224" providerId="LiveId" clId="{9FC138B0-674A-46F6-9067-0D75C87A8E7F}" dt="2026-09-19T23:33:51.518" v="1" actId="26606"/>
            <ac:spMkLst>
              <pc:docMk/>
              <pc:sldMasterMk cId="3352423284" sldId="2147483648"/>
              <pc:sldLayoutMk cId="1379873452" sldId="2147483661"/>
              <ac:spMk id="6" creationId="{30CF3388-CEA5-4848-406E-D781AD7C407E}"/>
            </ac:spMkLst>
          </pc:spChg>
        </pc:sldLayoutChg>
      </pc:sldMasterChg>
      <pc:sldMasterChg chg="del replId modSldLayout sldLayoutOrd">
        <pc:chgData name="s k verma" userId="75517990def8a224" providerId="LiveId" clId="{9FC138B0-674A-46F6-9067-0D75C87A8E7F}" dt="2026-09-19T23:33:51.518" v="1" actId="26606"/>
        <pc:sldMasterMkLst>
          <pc:docMk/>
          <pc:sldMasterMk cId="3352423284" sldId="2147483660"/>
        </pc:sldMasterMkLst>
        <pc:sldLayoutChg chg="replId">
          <pc:chgData name="s k verma" userId="75517990def8a224" providerId="LiveId" clId="{9FC138B0-674A-46F6-9067-0D75C87A8E7F}" dt="2026-09-19T23:33:51.186" v="0" actId="26606"/>
          <pc:sldLayoutMkLst>
            <pc:docMk/>
            <pc:sldMasterMk cId="3352423284" sldId="2147483648"/>
            <pc:sldLayoutMk cId="1379873452"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75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coding channels teach you a framework on a toy app. This channel does something different: we take a real, messy, real-world problem, and build the actual application — end to end — so you learn how to engineer software, not just how to type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Tutorials are great for learning syntax. They're not great at teaching you the things that actually make software projects succeed or fail: reading a vague requirement and finding the business rule hiding inside it. Designing data that won't fall apart when the real world gets messy — people move, ownerships change, payments get corrected. And proving, not assuming, that what you built actually behaves correctly. That's engineering. It's a different skill from writing code, and it's the one this channel is built around.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D2FE-0FC8-8A35-E88D-78F08E16A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DA6F8-4DA0-4FC6-3CAC-CD1E9BC79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FCFC6-94CA-1417-CB10-3155DC5936F9}"/>
              </a:ext>
            </a:extLst>
          </p:cNvPr>
          <p:cNvSpPr>
            <a:spLocks noGrp="1"/>
          </p:cNvSpPr>
          <p:nvPr>
            <p:ph type="body" idx="1"/>
          </p:nvPr>
        </p:nvSpPr>
        <p:spPr/>
        <p:txBody>
          <a:bodyPr/>
          <a:lstStyle/>
          <a:p>
            <a:r>
              <a:rPr lang="en-US"/>
              <a:t>The project we're building together is a Society Management System — </a:t>
            </a:r>
            <a:r>
              <a:t>the </a:t>
            </a:r>
            <a:r>
              <a:rPr lang="en-IN"/>
              <a:t>kind of software </a:t>
            </a:r>
            <a:r>
              <a:t>that </a:t>
            </a:r>
            <a:r>
              <a:rPr lang="en-IN"/>
              <a:t>runs an apartment complex </a:t>
            </a:r>
            <a:r>
              <a:t>or </a:t>
            </a:r>
            <a:r>
              <a:rPr lang="en-US"/>
              <a:t>gated community. Blocks, units, owners, residents. Monthly maintenance payments with real financial rules</a:t>
            </a:r>
            <a:r>
              <a:t>. </a:t>
            </a:r>
            <a:r>
              <a:rPr lang="en-IN"/>
              <a:t>Complaints </a:t>
            </a:r>
            <a:r>
              <a:t>that move</a:t>
            </a:r>
            <a:r>
              <a:rPr lang="en-US"/>
              <a:t> through a real workflow from 'open' to 'resolved'. It's not glamorous</a:t>
            </a:r>
            <a:r>
              <a:t>, </a:t>
            </a:r>
            <a:r>
              <a:rPr lang="en-US"/>
              <a:t>and that's exactly the point — it's realistic</a:t>
            </a:r>
            <a:r>
              <a:t>. </a:t>
            </a:r>
            <a:r>
              <a:rPr lang="en-IN"/>
              <a:t>It has relationships, history</a:t>
            </a:r>
            <a:r>
              <a:t>, </a:t>
            </a:r>
            <a:r>
              <a:rPr lang="en-IN"/>
              <a:t>money</a:t>
            </a:r>
            <a:r>
              <a:t>, </a:t>
            </a:r>
            <a:r>
              <a:rPr lang="en-IN"/>
              <a:t>and rules </a:t>
            </a:r>
            <a:r>
              <a:t>that </a:t>
            </a:r>
            <a:r>
              <a:rPr lang="en-US"/>
              <a:t>have to hold up over time</a:t>
            </a:r>
            <a:r>
              <a:t>. That's </a:t>
            </a:r>
            <a:r>
              <a:rPr lang="en-US"/>
              <a:t>what makes it worth building on camera instead of </a:t>
            </a:r>
            <a:r>
              <a:t>a </a:t>
            </a:r>
            <a:r>
              <a:rPr lang="en-IN"/>
              <a:t>toy app</a:t>
            </a:r>
            <a:r>
              <a:t>.</a:t>
            </a:r>
          </a:p>
        </p:txBody>
      </p:sp>
      <p:sp>
        <p:nvSpPr>
          <p:cNvPr id="4" name="Slide Number Placeholder 3">
            <a:extLst>
              <a:ext uri="{FF2B5EF4-FFF2-40B4-BE49-F238E27FC236}">
                <a16:creationId xmlns:a16="http://schemas.microsoft.com/office/drawing/2014/main" id="{8AB47605-C839-788F-47F1-747F571116A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610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E1CFCFC6-94CA-1417-CB10-3155DC5936F9}"/>
              </a:ext>
            </a:extLst>
          </p:cNvPr>
          <p:cNvSpPr>
            <a:spLocks noGrp="1"/>
          </p:cNvSpPr>
          <p:nvPr>
            <p:ph type="body" idx="1"/>
          </p:nvPr>
        </p:nvSpPr>
        <p:spPr/>
        <p:txBody>
          <a:bodyPr/>
          <a:lstStyle/>
          <a:p>
            <a:r>
              <a:t>Every topic on this channel follows the same pattern. We start with a real problem the application has — say, 'a unit needs exactly one owner at all times, even before it's ever sold.' Then we understand the concept behind it. Then we look at what technology helps us solve it — a database constraint, a transaction, a validation rule. Then we implement it. And only then do we call it done, because we can show it actually working. Problem first. Syntax last. That order is deliberate — it's the order real engineering happens in, and it's the opposite of how most tutorials are structured.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E1CFCFC6-94CA-1417-CB10-3155DC5936F9}"/>
              </a:ext>
            </a:extLst>
          </p:cNvPr>
          <p:cNvSpPr>
            <a:spLocks noGrp="1"/>
          </p:cNvSpPr>
          <p:nvPr>
            <p:ph type="body" idx="1"/>
          </p:nvPr>
        </p:nvSpPr>
        <p:spPr/>
        <p:txBody>
          <a:bodyPr/>
          <a:lstStyle/>
          <a:p>
            <a:r>
              <a:t>AI is part of why this channel exists, but it's not the channel's identity. AI is making implementation faster than ever — which means the bottleneck is shifting. The valuable skill now is understanding the problem well enough to know what to build, and reviewing what gets built well enough to know if it's actually correct. So on this channel, AI shows up constantly — as a partner in the process — but it never replaces the engineering judgment. You'll see both sides: where AI genuinely speeds things up, and where a human has to catch what it gets wrong.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E1CFCFC6-94CA-1417-CB10-3155DC5936F9}"/>
              </a:ext>
            </a:extLst>
          </p:cNvPr>
          <p:cNvSpPr>
            <a:spLocks noGrp="1"/>
          </p:cNvSpPr>
          <p:nvPr>
            <p:ph type="body" idx="1"/>
          </p:nvPr>
        </p:nvSpPr>
        <p:spPr/>
        <p:txBody>
          <a:bodyPr/>
          <a:lstStyle/>
          <a:p>
            <a:r>
              <a:t>Here's the shape of the channel. Playlist A1 tells the story of the first application, PrismApp — what we're building and why — with no deep technical detail yet, just the big picture. If a second real project joins the channel later, it gets its own A-series playlist alongside this one. After that, separate playlists go deep on the engineering itself: the process behind it, then TypeScript, PostgreSQL and Prisma, and Next.js — each one taught through problems these real applications ran into, not through generic examples. And running alongside all of it, a playlist on working with AI as part of the engineering process. Different playlists, one continuous story.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E1CFCFC6-94CA-1417-CB10-3155DC5936F9}"/>
              </a:ext>
            </a:extLst>
          </p:cNvPr>
          <p:cNvSpPr>
            <a:spLocks noGrp="1"/>
          </p:cNvSpPr>
          <p:nvPr>
            <p:ph type="body" idx="1"/>
          </p:nvPr>
        </p:nvSpPr>
        <p:spPr/>
        <p:txBody>
          <a:bodyPr/>
          <a:lstStyle/>
          <a:p>
            <a:r>
              <a:t>If you want to actually understand how real software gets built — not just memorize another framework — subscribe, and start with Episode 1, where I introduce the application we're building from the ground up.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42328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p:cNvGrpSpPr/>
        <p:nvPr/>
      </p:nvGrpSpPr>
      <p:grpSpPr>
        <a:xfrm>
          <a:off x="0" y="0"/>
          <a:ext cx="0" cy="0"/>
          <a:chOff x="0" y="0"/>
          <a:chExt cx="0" cy="0"/>
        </a:xfrm>
      </p:grpSpPr>
      <p:pic>
        <p:nvPicPr>
          <p:cNvPr id="39" name="Picture 38"/>
          <p:cNvPicPr>
            <a:picLocks noChangeAspect="1"/>
          </p:cNvPicPr>
          <p:nvPr/>
        </p:nvPicPr>
        <p:blipFill>
          <a:blip r:embed="rId3"/>
          <a:srcRect t="27" b="27"/>
          <a:stretch>
            <a:fillRect/>
          </a:stretch>
        </p:blipFill>
        <p:spPr>
          <a:xfrm>
            <a:off x="0" y="0"/>
            <a:ext cx="12192000" cy="6858000"/>
          </a:xfrm>
          <a:prstGeom prst="rect">
            <a:avLst/>
          </a:prstGeom>
        </p:spPr>
      </p:pic>
      <p:sp>
        <p:nvSpPr>
          <p:cNvPr id="2" name="left-wash">
            <a:extLst>
              <a:ext uri="{FF2B5EF4-FFF2-40B4-BE49-F238E27FC236}">
                <a16:creationId xmlns:a16="http://schemas.microsoft.com/office/drawing/2014/main" id="{CCF4AF8E-039B-42A7-AA9E-AA1F733261EC}"/>
              </a:ext>
            </a:extLst>
          </p:cNvPr>
          <p:cNvSpPr>
            <a:spLocks noGrp="1"/>
          </p:cNvSpPr>
          <p:nvPr/>
        </p:nvSpPr>
        <p:spPr>
          <a:xfrm>
            <a:off x="0" y="0"/>
            <a:ext cx="7524750" cy="6858000"/>
          </a:xfrm>
          <a:prstGeom prst="rect">
            <a:avLst/>
          </a:prstGeom>
          <a:solidFill>
            <a:srgbClr val="EAF3F7">
              <a:alpha val="92000"/>
            </a:srgbClr>
          </a:solidFill>
          <a:ln w="0">
            <a:noFill/>
            <a:prstDash val="solid"/>
          </a:ln>
        </p:spPr>
        <p:txBody>
          <a:bodyPr/>
          <a:lstStyle/>
          <a:p>
            <a:endParaRPr lang="en-IN"/>
          </a:p>
        </p:txBody>
      </p:sp>
      <p:sp>
        <p:nvSpPr>
          <p:cNvPr id="3" name="navy-edge">
            <a:extLst>
              <a:ext uri="{FF2B5EF4-FFF2-40B4-BE49-F238E27FC236}">
                <a16:creationId xmlns:a16="http://schemas.microsoft.com/office/drawing/2014/main" id="{C1409CD2-75AA-4ED3-ACF3-553AAD4D7BA1}"/>
              </a:ext>
            </a:extLst>
          </p:cNvPr>
          <p:cNvSpPr>
            <a:spLocks noGrp="1"/>
          </p:cNvSpPr>
          <p:nvPr/>
        </p:nvSpPr>
        <p:spPr>
          <a:xfrm>
            <a:off x="0" y="0"/>
            <a:ext cx="171450" cy="6858000"/>
          </a:xfrm>
          <a:prstGeom prst="rect">
            <a:avLst/>
          </a:prstGeom>
          <a:solidFill>
            <a:srgbClr val="0A2A43"/>
          </a:solidFill>
          <a:ln w="0">
            <a:noFill/>
            <a:prstDash val="solid"/>
          </a:ln>
        </p:spPr>
        <p:txBody>
          <a:bodyPr/>
          <a:lstStyle/>
          <a:p>
            <a:endParaRPr lang="en-IN"/>
          </a:p>
        </p:txBody>
      </p:sp>
      <p:sp>
        <p:nvSpPr>
          <p:cNvPr id="4" name="grid-v-0">
            <a:extLst>
              <a:ext uri="{FF2B5EF4-FFF2-40B4-BE49-F238E27FC236}">
                <a16:creationId xmlns:a16="http://schemas.microsoft.com/office/drawing/2014/main" id="{BA886919-CCDC-4DA3-B28A-CF0451996138}"/>
              </a:ext>
            </a:extLst>
          </p:cNvPr>
          <p:cNvSpPr>
            <a:spLocks noGrp="1"/>
          </p:cNvSpPr>
          <p:nvPr/>
        </p:nvSpPr>
        <p:spPr>
          <a:xfrm>
            <a:off x="0" y="0"/>
            <a:ext cx="0" cy="6858000"/>
          </a:xfrm>
          <a:prstGeom prst="line">
            <a:avLst/>
          </a:prstGeom>
          <a:noFill/>
          <a:ln w="9525">
            <a:solidFill>
              <a:srgbClr val="0A2A43">
                <a:alpha val="9000"/>
              </a:srgbClr>
            </a:solidFill>
            <a:prstDash val="solid"/>
          </a:ln>
        </p:spPr>
        <p:txBody>
          <a:bodyPr/>
          <a:lstStyle/>
          <a:p>
            <a:endParaRPr lang="en-IN"/>
          </a:p>
        </p:txBody>
      </p:sp>
      <p:sp>
        <p:nvSpPr>
          <p:cNvPr id="5" name="grid-v-80">
            <a:extLst>
              <a:ext uri="{FF2B5EF4-FFF2-40B4-BE49-F238E27FC236}">
                <a16:creationId xmlns:a16="http://schemas.microsoft.com/office/drawing/2014/main" id="{0D88101D-56DE-4837-8DA6-471ECE717630}"/>
              </a:ext>
            </a:extLst>
          </p:cNvPr>
          <p:cNvSpPr>
            <a:spLocks noGrp="1"/>
          </p:cNvSpPr>
          <p:nvPr/>
        </p:nvSpPr>
        <p:spPr>
          <a:xfrm>
            <a:off x="762000" y="0"/>
            <a:ext cx="0" cy="6858000"/>
          </a:xfrm>
          <a:prstGeom prst="line">
            <a:avLst/>
          </a:prstGeom>
          <a:noFill/>
          <a:ln w="9525">
            <a:solidFill>
              <a:srgbClr val="0A2A43">
                <a:alpha val="9000"/>
              </a:srgbClr>
            </a:solidFill>
            <a:prstDash val="solid"/>
          </a:ln>
        </p:spPr>
        <p:txBody>
          <a:bodyPr/>
          <a:lstStyle/>
          <a:p>
            <a:endParaRPr lang="en-IN"/>
          </a:p>
        </p:txBody>
      </p:sp>
      <p:sp>
        <p:nvSpPr>
          <p:cNvPr id="6" name="grid-v-160">
            <a:extLst>
              <a:ext uri="{FF2B5EF4-FFF2-40B4-BE49-F238E27FC236}">
                <a16:creationId xmlns:a16="http://schemas.microsoft.com/office/drawing/2014/main" id="{1AE4EFF2-3717-428E-AC99-54897E298916}"/>
              </a:ext>
            </a:extLst>
          </p:cNvPr>
          <p:cNvSpPr>
            <a:spLocks noGrp="1"/>
          </p:cNvSpPr>
          <p:nvPr/>
        </p:nvSpPr>
        <p:spPr>
          <a:xfrm>
            <a:off x="1524000" y="0"/>
            <a:ext cx="0" cy="6858000"/>
          </a:xfrm>
          <a:prstGeom prst="line">
            <a:avLst/>
          </a:prstGeom>
          <a:noFill/>
          <a:ln w="9525">
            <a:solidFill>
              <a:srgbClr val="0A2A43">
                <a:alpha val="9000"/>
              </a:srgbClr>
            </a:solidFill>
            <a:prstDash val="solid"/>
          </a:ln>
        </p:spPr>
        <p:txBody>
          <a:bodyPr/>
          <a:lstStyle/>
          <a:p>
            <a:endParaRPr lang="en-IN"/>
          </a:p>
        </p:txBody>
      </p:sp>
      <p:sp>
        <p:nvSpPr>
          <p:cNvPr id="7" name="grid-v-240">
            <a:extLst>
              <a:ext uri="{FF2B5EF4-FFF2-40B4-BE49-F238E27FC236}">
                <a16:creationId xmlns:a16="http://schemas.microsoft.com/office/drawing/2014/main" id="{33A4FBD6-6CED-4E14-911E-C2F5CBF6CA70}"/>
              </a:ext>
            </a:extLst>
          </p:cNvPr>
          <p:cNvSpPr>
            <a:spLocks noGrp="1"/>
          </p:cNvSpPr>
          <p:nvPr/>
        </p:nvSpPr>
        <p:spPr>
          <a:xfrm>
            <a:off x="2286000" y="0"/>
            <a:ext cx="0" cy="6858000"/>
          </a:xfrm>
          <a:prstGeom prst="line">
            <a:avLst/>
          </a:prstGeom>
          <a:noFill/>
          <a:ln w="9525">
            <a:solidFill>
              <a:srgbClr val="0A2A43">
                <a:alpha val="9000"/>
              </a:srgbClr>
            </a:solidFill>
            <a:prstDash val="solid"/>
          </a:ln>
        </p:spPr>
        <p:txBody>
          <a:bodyPr/>
          <a:lstStyle/>
          <a:p>
            <a:endParaRPr lang="en-IN"/>
          </a:p>
        </p:txBody>
      </p:sp>
      <p:sp>
        <p:nvSpPr>
          <p:cNvPr id="8" name="grid-v-320">
            <a:extLst>
              <a:ext uri="{FF2B5EF4-FFF2-40B4-BE49-F238E27FC236}">
                <a16:creationId xmlns:a16="http://schemas.microsoft.com/office/drawing/2014/main" id="{686A2ABD-1EF6-46B5-A347-FB50BB45D1A0}"/>
              </a:ext>
            </a:extLst>
          </p:cNvPr>
          <p:cNvSpPr>
            <a:spLocks noGrp="1"/>
          </p:cNvSpPr>
          <p:nvPr/>
        </p:nvSpPr>
        <p:spPr>
          <a:xfrm>
            <a:off x="3048000" y="0"/>
            <a:ext cx="0" cy="6858000"/>
          </a:xfrm>
          <a:prstGeom prst="line">
            <a:avLst/>
          </a:prstGeom>
          <a:noFill/>
          <a:ln w="9525">
            <a:solidFill>
              <a:srgbClr val="0A2A43">
                <a:alpha val="9000"/>
              </a:srgbClr>
            </a:solidFill>
            <a:prstDash val="solid"/>
          </a:ln>
        </p:spPr>
        <p:txBody>
          <a:bodyPr/>
          <a:lstStyle/>
          <a:p>
            <a:endParaRPr lang="en-IN"/>
          </a:p>
        </p:txBody>
      </p:sp>
      <p:sp>
        <p:nvSpPr>
          <p:cNvPr id="9" name="grid-v-400">
            <a:extLst>
              <a:ext uri="{FF2B5EF4-FFF2-40B4-BE49-F238E27FC236}">
                <a16:creationId xmlns:a16="http://schemas.microsoft.com/office/drawing/2014/main" id="{F380EF08-8481-4C3A-B1B6-A73CE4412282}"/>
              </a:ext>
            </a:extLst>
          </p:cNvPr>
          <p:cNvSpPr>
            <a:spLocks noGrp="1"/>
          </p:cNvSpPr>
          <p:nvPr/>
        </p:nvSpPr>
        <p:spPr>
          <a:xfrm>
            <a:off x="3810000" y="0"/>
            <a:ext cx="0" cy="6858000"/>
          </a:xfrm>
          <a:prstGeom prst="line">
            <a:avLst/>
          </a:prstGeom>
          <a:noFill/>
          <a:ln w="9525">
            <a:solidFill>
              <a:srgbClr val="0A2A43">
                <a:alpha val="9000"/>
              </a:srgbClr>
            </a:solidFill>
            <a:prstDash val="solid"/>
          </a:ln>
        </p:spPr>
        <p:txBody>
          <a:bodyPr/>
          <a:lstStyle/>
          <a:p>
            <a:endParaRPr lang="en-IN"/>
          </a:p>
        </p:txBody>
      </p:sp>
      <p:sp>
        <p:nvSpPr>
          <p:cNvPr id="10" name="grid-v-480">
            <a:extLst>
              <a:ext uri="{FF2B5EF4-FFF2-40B4-BE49-F238E27FC236}">
                <a16:creationId xmlns:a16="http://schemas.microsoft.com/office/drawing/2014/main" id="{393D083D-D778-406D-A4FC-0D883F33790E}"/>
              </a:ext>
            </a:extLst>
          </p:cNvPr>
          <p:cNvSpPr>
            <a:spLocks noGrp="1"/>
          </p:cNvSpPr>
          <p:nvPr/>
        </p:nvSpPr>
        <p:spPr>
          <a:xfrm>
            <a:off x="4572000" y="0"/>
            <a:ext cx="0" cy="6858000"/>
          </a:xfrm>
          <a:prstGeom prst="line">
            <a:avLst/>
          </a:prstGeom>
          <a:noFill/>
          <a:ln w="9525">
            <a:solidFill>
              <a:srgbClr val="0A2A43">
                <a:alpha val="9000"/>
              </a:srgbClr>
            </a:solidFill>
            <a:prstDash val="solid"/>
          </a:ln>
        </p:spPr>
        <p:txBody>
          <a:bodyPr/>
          <a:lstStyle/>
          <a:p>
            <a:endParaRPr lang="en-IN"/>
          </a:p>
        </p:txBody>
      </p:sp>
      <p:sp>
        <p:nvSpPr>
          <p:cNvPr id="11" name="grid-v-560">
            <a:extLst>
              <a:ext uri="{FF2B5EF4-FFF2-40B4-BE49-F238E27FC236}">
                <a16:creationId xmlns:a16="http://schemas.microsoft.com/office/drawing/2014/main" id="{1E68C37C-808F-4300-A6B2-86A0C7277B7B}"/>
              </a:ext>
            </a:extLst>
          </p:cNvPr>
          <p:cNvSpPr>
            <a:spLocks noGrp="1"/>
          </p:cNvSpPr>
          <p:nvPr/>
        </p:nvSpPr>
        <p:spPr>
          <a:xfrm>
            <a:off x="5334000" y="0"/>
            <a:ext cx="0" cy="6858000"/>
          </a:xfrm>
          <a:prstGeom prst="line">
            <a:avLst/>
          </a:prstGeom>
          <a:noFill/>
          <a:ln w="9525">
            <a:solidFill>
              <a:srgbClr val="0A2A43">
                <a:alpha val="9000"/>
              </a:srgbClr>
            </a:solidFill>
            <a:prstDash val="solid"/>
          </a:ln>
        </p:spPr>
        <p:txBody>
          <a:bodyPr/>
          <a:lstStyle/>
          <a:p>
            <a:endParaRPr lang="en-IN"/>
          </a:p>
        </p:txBody>
      </p:sp>
      <p:sp>
        <p:nvSpPr>
          <p:cNvPr id="12" name="grid-v-640">
            <a:extLst>
              <a:ext uri="{FF2B5EF4-FFF2-40B4-BE49-F238E27FC236}">
                <a16:creationId xmlns:a16="http://schemas.microsoft.com/office/drawing/2014/main" id="{3FB84E75-A475-4120-9C97-FE9F01A2A380}"/>
              </a:ext>
            </a:extLst>
          </p:cNvPr>
          <p:cNvSpPr>
            <a:spLocks noGrp="1"/>
          </p:cNvSpPr>
          <p:nvPr/>
        </p:nvSpPr>
        <p:spPr>
          <a:xfrm>
            <a:off x="6096000" y="0"/>
            <a:ext cx="0" cy="6858000"/>
          </a:xfrm>
          <a:prstGeom prst="line">
            <a:avLst/>
          </a:prstGeom>
          <a:noFill/>
          <a:ln w="9525">
            <a:solidFill>
              <a:srgbClr val="0A2A43">
                <a:alpha val="9000"/>
              </a:srgbClr>
            </a:solidFill>
            <a:prstDash val="solid"/>
          </a:ln>
        </p:spPr>
        <p:txBody>
          <a:bodyPr/>
          <a:lstStyle/>
          <a:p>
            <a:endParaRPr lang="en-IN"/>
          </a:p>
        </p:txBody>
      </p:sp>
      <p:sp>
        <p:nvSpPr>
          <p:cNvPr id="13" name="grid-v-720">
            <a:extLst>
              <a:ext uri="{FF2B5EF4-FFF2-40B4-BE49-F238E27FC236}">
                <a16:creationId xmlns:a16="http://schemas.microsoft.com/office/drawing/2014/main" id="{ADF79EB9-826A-49CD-86D1-D738DB9FD335}"/>
              </a:ext>
            </a:extLst>
          </p:cNvPr>
          <p:cNvSpPr>
            <a:spLocks noGrp="1"/>
          </p:cNvSpPr>
          <p:nvPr/>
        </p:nvSpPr>
        <p:spPr>
          <a:xfrm>
            <a:off x="6858000" y="0"/>
            <a:ext cx="0" cy="6858000"/>
          </a:xfrm>
          <a:prstGeom prst="line">
            <a:avLst/>
          </a:prstGeom>
          <a:noFill/>
          <a:ln w="9525">
            <a:solidFill>
              <a:srgbClr val="0A2A43">
                <a:alpha val="9000"/>
              </a:srgbClr>
            </a:solidFill>
            <a:prstDash val="solid"/>
          </a:ln>
        </p:spPr>
        <p:txBody>
          <a:bodyPr/>
          <a:lstStyle/>
          <a:p>
            <a:endParaRPr lang="en-IN"/>
          </a:p>
        </p:txBody>
      </p:sp>
      <p:sp>
        <p:nvSpPr>
          <p:cNvPr id="14" name="grid-v-800">
            <a:extLst>
              <a:ext uri="{FF2B5EF4-FFF2-40B4-BE49-F238E27FC236}">
                <a16:creationId xmlns:a16="http://schemas.microsoft.com/office/drawing/2014/main" id="{B4E7FD09-1BC4-42AB-A18C-E9BE83F42D58}"/>
              </a:ext>
            </a:extLst>
          </p:cNvPr>
          <p:cNvSpPr>
            <a:spLocks noGrp="1"/>
          </p:cNvSpPr>
          <p:nvPr/>
        </p:nvSpPr>
        <p:spPr>
          <a:xfrm>
            <a:off x="7620000" y="0"/>
            <a:ext cx="0" cy="6858000"/>
          </a:xfrm>
          <a:prstGeom prst="line">
            <a:avLst/>
          </a:prstGeom>
          <a:noFill/>
          <a:ln w="9525">
            <a:solidFill>
              <a:srgbClr val="0A2A43">
                <a:alpha val="9000"/>
              </a:srgbClr>
            </a:solidFill>
            <a:prstDash val="solid"/>
          </a:ln>
        </p:spPr>
        <p:txBody>
          <a:bodyPr/>
          <a:lstStyle/>
          <a:p>
            <a:endParaRPr lang="en-IN"/>
          </a:p>
        </p:txBody>
      </p:sp>
      <p:sp>
        <p:nvSpPr>
          <p:cNvPr id="15" name="grid-v-880">
            <a:extLst>
              <a:ext uri="{FF2B5EF4-FFF2-40B4-BE49-F238E27FC236}">
                <a16:creationId xmlns:a16="http://schemas.microsoft.com/office/drawing/2014/main" id="{44375C19-1F63-4794-A19C-4D8A23FFFC5C}"/>
              </a:ext>
            </a:extLst>
          </p:cNvPr>
          <p:cNvSpPr>
            <a:spLocks noGrp="1"/>
          </p:cNvSpPr>
          <p:nvPr/>
        </p:nvSpPr>
        <p:spPr>
          <a:xfrm>
            <a:off x="8382000" y="0"/>
            <a:ext cx="0" cy="6858000"/>
          </a:xfrm>
          <a:prstGeom prst="line">
            <a:avLst/>
          </a:prstGeom>
          <a:noFill/>
          <a:ln w="9525">
            <a:solidFill>
              <a:srgbClr val="0A2A43">
                <a:alpha val="9000"/>
              </a:srgbClr>
            </a:solidFill>
            <a:prstDash val="solid"/>
          </a:ln>
        </p:spPr>
        <p:txBody>
          <a:bodyPr/>
          <a:lstStyle/>
          <a:p>
            <a:endParaRPr lang="en-IN"/>
          </a:p>
        </p:txBody>
      </p:sp>
      <p:sp>
        <p:nvSpPr>
          <p:cNvPr id="16" name="grid-v-960">
            <a:extLst>
              <a:ext uri="{FF2B5EF4-FFF2-40B4-BE49-F238E27FC236}">
                <a16:creationId xmlns:a16="http://schemas.microsoft.com/office/drawing/2014/main" id="{A5A4A860-0A94-4F73-99B2-4E16EB5B875A}"/>
              </a:ext>
            </a:extLst>
          </p:cNvPr>
          <p:cNvSpPr>
            <a:spLocks noGrp="1"/>
          </p:cNvSpPr>
          <p:nvPr/>
        </p:nvSpPr>
        <p:spPr>
          <a:xfrm>
            <a:off x="9144000" y="0"/>
            <a:ext cx="0" cy="6858000"/>
          </a:xfrm>
          <a:prstGeom prst="line">
            <a:avLst/>
          </a:prstGeom>
          <a:noFill/>
          <a:ln w="9525">
            <a:solidFill>
              <a:srgbClr val="0A2A43">
                <a:alpha val="9000"/>
              </a:srgbClr>
            </a:solidFill>
            <a:prstDash val="solid"/>
          </a:ln>
        </p:spPr>
        <p:txBody>
          <a:bodyPr/>
          <a:lstStyle/>
          <a:p>
            <a:endParaRPr lang="en-IN"/>
          </a:p>
        </p:txBody>
      </p:sp>
      <p:sp>
        <p:nvSpPr>
          <p:cNvPr id="17" name="grid-v-1040">
            <a:extLst>
              <a:ext uri="{FF2B5EF4-FFF2-40B4-BE49-F238E27FC236}">
                <a16:creationId xmlns:a16="http://schemas.microsoft.com/office/drawing/2014/main" id="{C7AD4EFF-095C-4D66-9FCD-302FD9B94908}"/>
              </a:ext>
            </a:extLst>
          </p:cNvPr>
          <p:cNvSpPr>
            <a:spLocks noGrp="1"/>
          </p:cNvSpPr>
          <p:nvPr/>
        </p:nvSpPr>
        <p:spPr>
          <a:xfrm>
            <a:off x="9906000" y="0"/>
            <a:ext cx="0" cy="6858000"/>
          </a:xfrm>
          <a:prstGeom prst="line">
            <a:avLst/>
          </a:prstGeom>
          <a:noFill/>
          <a:ln w="9525">
            <a:solidFill>
              <a:srgbClr val="0A2A43">
                <a:alpha val="9000"/>
              </a:srgbClr>
            </a:solidFill>
            <a:prstDash val="solid"/>
          </a:ln>
        </p:spPr>
        <p:txBody>
          <a:bodyPr/>
          <a:lstStyle/>
          <a:p>
            <a:endParaRPr lang="en-IN"/>
          </a:p>
        </p:txBody>
      </p:sp>
      <p:sp>
        <p:nvSpPr>
          <p:cNvPr id="18" name="grid-v-1120">
            <a:extLst>
              <a:ext uri="{FF2B5EF4-FFF2-40B4-BE49-F238E27FC236}">
                <a16:creationId xmlns:a16="http://schemas.microsoft.com/office/drawing/2014/main" id="{FD5F9FEB-81CA-4A4A-BF0E-2F51F958F549}"/>
              </a:ext>
            </a:extLst>
          </p:cNvPr>
          <p:cNvSpPr>
            <a:spLocks noGrp="1"/>
          </p:cNvSpPr>
          <p:nvPr/>
        </p:nvSpPr>
        <p:spPr>
          <a:xfrm>
            <a:off x="10668000" y="0"/>
            <a:ext cx="0" cy="6858000"/>
          </a:xfrm>
          <a:prstGeom prst="line">
            <a:avLst/>
          </a:prstGeom>
          <a:noFill/>
          <a:ln w="9525">
            <a:solidFill>
              <a:srgbClr val="0A2A43">
                <a:alpha val="9000"/>
              </a:srgbClr>
            </a:solidFill>
            <a:prstDash val="solid"/>
          </a:ln>
        </p:spPr>
        <p:txBody>
          <a:bodyPr/>
          <a:lstStyle/>
          <a:p>
            <a:endParaRPr lang="en-IN"/>
          </a:p>
        </p:txBody>
      </p:sp>
      <p:sp>
        <p:nvSpPr>
          <p:cNvPr id="19" name="grid-v-1200">
            <a:extLst>
              <a:ext uri="{FF2B5EF4-FFF2-40B4-BE49-F238E27FC236}">
                <a16:creationId xmlns:a16="http://schemas.microsoft.com/office/drawing/2014/main" id="{CA8C5BBA-B744-4F82-B0DD-FAE34F473955}"/>
              </a:ext>
            </a:extLst>
          </p:cNvPr>
          <p:cNvSpPr>
            <a:spLocks noGrp="1"/>
          </p:cNvSpPr>
          <p:nvPr/>
        </p:nvSpPr>
        <p:spPr>
          <a:xfrm>
            <a:off x="11430000" y="0"/>
            <a:ext cx="0" cy="6858000"/>
          </a:xfrm>
          <a:prstGeom prst="line">
            <a:avLst/>
          </a:prstGeom>
          <a:noFill/>
          <a:ln w="9525">
            <a:solidFill>
              <a:srgbClr val="0A2A43">
                <a:alpha val="9000"/>
              </a:srgbClr>
            </a:solidFill>
            <a:prstDash val="solid"/>
          </a:ln>
        </p:spPr>
        <p:txBody>
          <a:bodyPr/>
          <a:lstStyle/>
          <a:p>
            <a:endParaRPr lang="en-IN"/>
          </a:p>
        </p:txBody>
      </p:sp>
      <p:sp>
        <p:nvSpPr>
          <p:cNvPr id="20" name="grid-v-1280">
            <a:extLst>
              <a:ext uri="{FF2B5EF4-FFF2-40B4-BE49-F238E27FC236}">
                <a16:creationId xmlns:a16="http://schemas.microsoft.com/office/drawing/2014/main" id="{D42C1F2C-B2A3-4D20-9AF0-E6C580A75383}"/>
              </a:ext>
            </a:extLst>
          </p:cNvPr>
          <p:cNvSpPr>
            <a:spLocks noGrp="1"/>
          </p:cNvSpPr>
          <p:nvPr/>
        </p:nvSpPr>
        <p:spPr>
          <a:xfrm>
            <a:off x="12192000" y="0"/>
            <a:ext cx="0" cy="6858000"/>
          </a:xfrm>
          <a:prstGeom prst="line">
            <a:avLst/>
          </a:prstGeom>
          <a:noFill/>
          <a:ln w="9525">
            <a:solidFill>
              <a:srgbClr val="0A2A43">
                <a:alpha val="9000"/>
              </a:srgbClr>
            </a:solidFill>
            <a:prstDash val="solid"/>
          </a:ln>
        </p:spPr>
        <p:txBody>
          <a:bodyPr/>
          <a:lstStyle/>
          <a:p>
            <a:endParaRPr lang="en-IN"/>
          </a:p>
        </p:txBody>
      </p:sp>
      <p:sp>
        <p:nvSpPr>
          <p:cNvPr id="21" name="grid-h-0">
            <a:extLst>
              <a:ext uri="{FF2B5EF4-FFF2-40B4-BE49-F238E27FC236}">
                <a16:creationId xmlns:a16="http://schemas.microsoft.com/office/drawing/2014/main" id="{64570302-6CF9-46F1-84E4-7ED427ED8756}"/>
              </a:ext>
            </a:extLst>
          </p:cNvPr>
          <p:cNvSpPr>
            <a:spLocks noGrp="1"/>
          </p:cNvSpPr>
          <p:nvPr/>
        </p:nvSpPr>
        <p:spPr>
          <a:xfrm>
            <a:off x="0" y="0"/>
            <a:ext cx="12192000" cy="0"/>
          </a:xfrm>
          <a:prstGeom prst="line">
            <a:avLst/>
          </a:prstGeom>
          <a:noFill/>
          <a:ln w="9525">
            <a:solidFill>
              <a:srgbClr val="0A2A43">
                <a:alpha val="9000"/>
              </a:srgbClr>
            </a:solidFill>
            <a:prstDash val="solid"/>
          </a:ln>
        </p:spPr>
        <p:txBody>
          <a:bodyPr/>
          <a:lstStyle/>
          <a:p>
            <a:endParaRPr lang="en-IN"/>
          </a:p>
        </p:txBody>
      </p:sp>
      <p:sp>
        <p:nvSpPr>
          <p:cNvPr id="22" name="grid-h-80">
            <a:extLst>
              <a:ext uri="{FF2B5EF4-FFF2-40B4-BE49-F238E27FC236}">
                <a16:creationId xmlns:a16="http://schemas.microsoft.com/office/drawing/2014/main" id="{D6D42C3E-3227-4062-AA7F-60F0C73FC61B}"/>
              </a:ext>
            </a:extLst>
          </p:cNvPr>
          <p:cNvSpPr>
            <a:spLocks noGrp="1"/>
          </p:cNvSpPr>
          <p:nvPr/>
        </p:nvSpPr>
        <p:spPr>
          <a:xfrm>
            <a:off x="0" y="762000"/>
            <a:ext cx="12192000" cy="0"/>
          </a:xfrm>
          <a:prstGeom prst="line">
            <a:avLst/>
          </a:prstGeom>
          <a:noFill/>
          <a:ln w="9525">
            <a:solidFill>
              <a:srgbClr val="0A2A43">
                <a:alpha val="9000"/>
              </a:srgbClr>
            </a:solidFill>
            <a:prstDash val="solid"/>
          </a:ln>
        </p:spPr>
        <p:txBody>
          <a:bodyPr/>
          <a:lstStyle/>
          <a:p>
            <a:endParaRPr lang="en-IN"/>
          </a:p>
        </p:txBody>
      </p:sp>
      <p:sp>
        <p:nvSpPr>
          <p:cNvPr id="23" name="grid-h-160">
            <a:extLst>
              <a:ext uri="{FF2B5EF4-FFF2-40B4-BE49-F238E27FC236}">
                <a16:creationId xmlns:a16="http://schemas.microsoft.com/office/drawing/2014/main" id="{FE5B5921-5DF0-4F07-8596-E4A0EB57692C}"/>
              </a:ext>
            </a:extLst>
          </p:cNvPr>
          <p:cNvSpPr>
            <a:spLocks noGrp="1"/>
          </p:cNvSpPr>
          <p:nvPr/>
        </p:nvSpPr>
        <p:spPr>
          <a:xfrm>
            <a:off x="0" y="1524000"/>
            <a:ext cx="12192000" cy="0"/>
          </a:xfrm>
          <a:prstGeom prst="line">
            <a:avLst/>
          </a:prstGeom>
          <a:noFill/>
          <a:ln w="9525">
            <a:solidFill>
              <a:srgbClr val="0A2A43">
                <a:alpha val="9000"/>
              </a:srgbClr>
            </a:solidFill>
            <a:prstDash val="solid"/>
          </a:ln>
        </p:spPr>
        <p:txBody>
          <a:bodyPr/>
          <a:lstStyle/>
          <a:p>
            <a:endParaRPr lang="en-IN"/>
          </a:p>
        </p:txBody>
      </p:sp>
      <p:sp>
        <p:nvSpPr>
          <p:cNvPr id="24" name="grid-h-240">
            <a:extLst>
              <a:ext uri="{FF2B5EF4-FFF2-40B4-BE49-F238E27FC236}">
                <a16:creationId xmlns:a16="http://schemas.microsoft.com/office/drawing/2014/main" id="{3988BFD2-8811-47D9-8A85-83CBD8D03DBB}"/>
              </a:ext>
            </a:extLst>
          </p:cNvPr>
          <p:cNvSpPr>
            <a:spLocks noGrp="1"/>
          </p:cNvSpPr>
          <p:nvPr/>
        </p:nvSpPr>
        <p:spPr>
          <a:xfrm>
            <a:off x="0" y="2286000"/>
            <a:ext cx="12192000" cy="0"/>
          </a:xfrm>
          <a:prstGeom prst="line">
            <a:avLst/>
          </a:prstGeom>
          <a:noFill/>
          <a:ln w="9525">
            <a:solidFill>
              <a:srgbClr val="0A2A43">
                <a:alpha val="9000"/>
              </a:srgbClr>
            </a:solidFill>
            <a:prstDash val="solid"/>
          </a:ln>
        </p:spPr>
        <p:txBody>
          <a:bodyPr/>
          <a:lstStyle/>
          <a:p>
            <a:endParaRPr lang="en-IN"/>
          </a:p>
        </p:txBody>
      </p:sp>
      <p:sp>
        <p:nvSpPr>
          <p:cNvPr id="25" name="grid-h-320">
            <a:extLst>
              <a:ext uri="{FF2B5EF4-FFF2-40B4-BE49-F238E27FC236}">
                <a16:creationId xmlns:a16="http://schemas.microsoft.com/office/drawing/2014/main" id="{575AE7DE-3A6F-47A4-BBDD-512A8A0F22FD}"/>
              </a:ext>
            </a:extLst>
          </p:cNvPr>
          <p:cNvSpPr>
            <a:spLocks noGrp="1"/>
          </p:cNvSpPr>
          <p:nvPr/>
        </p:nvSpPr>
        <p:spPr>
          <a:xfrm>
            <a:off x="0" y="3048000"/>
            <a:ext cx="12192000" cy="0"/>
          </a:xfrm>
          <a:prstGeom prst="line">
            <a:avLst/>
          </a:prstGeom>
          <a:noFill/>
          <a:ln w="9525">
            <a:solidFill>
              <a:srgbClr val="0A2A43">
                <a:alpha val="9000"/>
              </a:srgbClr>
            </a:solidFill>
            <a:prstDash val="solid"/>
          </a:ln>
        </p:spPr>
        <p:txBody>
          <a:bodyPr/>
          <a:lstStyle/>
          <a:p>
            <a:endParaRPr lang="en-IN"/>
          </a:p>
        </p:txBody>
      </p:sp>
      <p:sp>
        <p:nvSpPr>
          <p:cNvPr id="26" name="grid-h-400">
            <a:extLst>
              <a:ext uri="{FF2B5EF4-FFF2-40B4-BE49-F238E27FC236}">
                <a16:creationId xmlns:a16="http://schemas.microsoft.com/office/drawing/2014/main" id="{22D9BC5A-7209-429E-9F27-0E3EEFB61D83}"/>
              </a:ext>
            </a:extLst>
          </p:cNvPr>
          <p:cNvSpPr>
            <a:spLocks noGrp="1"/>
          </p:cNvSpPr>
          <p:nvPr/>
        </p:nvSpPr>
        <p:spPr>
          <a:xfrm>
            <a:off x="0" y="3810000"/>
            <a:ext cx="12192000" cy="0"/>
          </a:xfrm>
          <a:prstGeom prst="line">
            <a:avLst/>
          </a:prstGeom>
          <a:noFill/>
          <a:ln w="9525">
            <a:solidFill>
              <a:srgbClr val="0A2A43">
                <a:alpha val="9000"/>
              </a:srgbClr>
            </a:solidFill>
            <a:prstDash val="solid"/>
          </a:ln>
        </p:spPr>
        <p:txBody>
          <a:bodyPr/>
          <a:lstStyle/>
          <a:p>
            <a:endParaRPr lang="en-IN"/>
          </a:p>
        </p:txBody>
      </p:sp>
      <p:sp>
        <p:nvSpPr>
          <p:cNvPr id="27" name="grid-h-480">
            <a:extLst>
              <a:ext uri="{FF2B5EF4-FFF2-40B4-BE49-F238E27FC236}">
                <a16:creationId xmlns:a16="http://schemas.microsoft.com/office/drawing/2014/main" id="{A1878B6B-2C2D-4697-AAB1-0A60648152EE}"/>
              </a:ext>
            </a:extLst>
          </p:cNvPr>
          <p:cNvSpPr>
            <a:spLocks noGrp="1"/>
          </p:cNvSpPr>
          <p:nvPr/>
        </p:nvSpPr>
        <p:spPr>
          <a:xfrm>
            <a:off x="0" y="4572000"/>
            <a:ext cx="12192000" cy="0"/>
          </a:xfrm>
          <a:prstGeom prst="line">
            <a:avLst/>
          </a:prstGeom>
          <a:noFill/>
          <a:ln w="9525">
            <a:solidFill>
              <a:srgbClr val="0A2A43">
                <a:alpha val="9000"/>
              </a:srgbClr>
            </a:solidFill>
            <a:prstDash val="solid"/>
          </a:ln>
        </p:spPr>
        <p:txBody>
          <a:bodyPr/>
          <a:lstStyle/>
          <a:p>
            <a:endParaRPr lang="en-IN"/>
          </a:p>
        </p:txBody>
      </p:sp>
      <p:sp>
        <p:nvSpPr>
          <p:cNvPr id="28" name="grid-h-560">
            <a:extLst>
              <a:ext uri="{FF2B5EF4-FFF2-40B4-BE49-F238E27FC236}">
                <a16:creationId xmlns:a16="http://schemas.microsoft.com/office/drawing/2014/main" id="{FDCB76EA-CB46-46C7-BD86-65159AFC8BDF}"/>
              </a:ext>
            </a:extLst>
          </p:cNvPr>
          <p:cNvSpPr>
            <a:spLocks noGrp="1"/>
          </p:cNvSpPr>
          <p:nvPr/>
        </p:nvSpPr>
        <p:spPr>
          <a:xfrm>
            <a:off x="0" y="5334000"/>
            <a:ext cx="12192000" cy="0"/>
          </a:xfrm>
          <a:prstGeom prst="line">
            <a:avLst/>
          </a:prstGeom>
          <a:noFill/>
          <a:ln w="9525">
            <a:solidFill>
              <a:srgbClr val="0A2A43">
                <a:alpha val="9000"/>
              </a:srgbClr>
            </a:solidFill>
            <a:prstDash val="solid"/>
          </a:ln>
        </p:spPr>
        <p:txBody>
          <a:bodyPr/>
          <a:lstStyle/>
          <a:p>
            <a:endParaRPr lang="en-IN"/>
          </a:p>
        </p:txBody>
      </p:sp>
      <p:sp>
        <p:nvSpPr>
          <p:cNvPr id="29" name="grid-h-640">
            <a:extLst>
              <a:ext uri="{FF2B5EF4-FFF2-40B4-BE49-F238E27FC236}">
                <a16:creationId xmlns:a16="http://schemas.microsoft.com/office/drawing/2014/main" id="{AA1A6BEC-0DB8-4747-9E22-4809A59FA7FE}"/>
              </a:ext>
            </a:extLst>
          </p:cNvPr>
          <p:cNvSpPr>
            <a:spLocks noGrp="1"/>
          </p:cNvSpPr>
          <p:nvPr/>
        </p:nvSpPr>
        <p:spPr>
          <a:xfrm>
            <a:off x="0" y="6096000"/>
            <a:ext cx="12192000" cy="0"/>
          </a:xfrm>
          <a:prstGeom prst="line">
            <a:avLst/>
          </a:prstGeom>
          <a:noFill/>
          <a:ln w="9525">
            <a:solidFill>
              <a:srgbClr val="0A2A43">
                <a:alpha val="9000"/>
              </a:srgbClr>
            </a:solidFill>
            <a:prstDash val="solid"/>
          </a:ln>
        </p:spPr>
        <p:txBody>
          <a:bodyPr/>
          <a:lstStyle/>
          <a:p>
            <a:endParaRPr lang="en-IN"/>
          </a:p>
        </p:txBody>
      </p:sp>
      <p:sp>
        <p:nvSpPr>
          <p:cNvPr id="30" name="grid-h-720">
            <a:extLst>
              <a:ext uri="{FF2B5EF4-FFF2-40B4-BE49-F238E27FC236}">
                <a16:creationId xmlns:a16="http://schemas.microsoft.com/office/drawing/2014/main" id="{1532731E-BB3D-4599-8CD9-D4FF668F4777}"/>
              </a:ext>
            </a:extLst>
          </p:cNvPr>
          <p:cNvSpPr>
            <a:spLocks noGrp="1"/>
          </p:cNvSpPr>
          <p:nvPr/>
        </p:nvSpPr>
        <p:spPr>
          <a:xfrm>
            <a:off x="0" y="6858000"/>
            <a:ext cx="12192000" cy="0"/>
          </a:xfrm>
          <a:prstGeom prst="line">
            <a:avLst/>
          </a:prstGeom>
          <a:noFill/>
          <a:ln w="9525">
            <a:solidFill>
              <a:srgbClr val="0A2A43">
                <a:alpha val="9000"/>
              </a:srgbClr>
            </a:solidFill>
            <a:prstDash val="solid"/>
          </a:ln>
        </p:spPr>
        <p:txBody>
          <a:bodyPr/>
          <a:lstStyle/>
          <a:p>
            <a:endParaRPr lang="en-IN"/>
          </a:p>
        </p:txBody>
      </p:sp>
      <p:sp>
        <p:nvSpPr>
          <p:cNvPr id="31" name="eyebrow">
            <a:extLst>
              <a:ext uri="{FF2B5EF4-FFF2-40B4-BE49-F238E27FC236}">
                <a16:creationId xmlns:a16="http://schemas.microsoft.com/office/drawing/2014/main" id="{A6D7621C-F6F2-402E-9F93-5AAB2283DFCB}"/>
              </a:ext>
            </a:extLst>
          </p:cNvPr>
          <p:cNvSpPr>
            <a:spLocks noGrp="1"/>
          </p:cNvSpPr>
          <p:nvPr/>
        </p:nvSpPr>
        <p:spPr>
          <a:xfrm>
            <a:off x="704850" y="533400"/>
            <a:ext cx="6191250" cy="28575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dirty="0">
                <a:solidFill>
                  <a:srgbClr val="F26A3D"/>
                </a:solidFill>
                <a:latin typeface="Aptos"/>
                <a:ea typeface="Aptos"/>
                <a:cs typeface="Aptos"/>
              </a:rPr>
              <a:t>CHANNEL TRAILER  •  SOFTWARE ENGINEERING IN PUBLIC</a:t>
            </a:r>
          </a:p>
        </p:txBody>
      </p:sp>
      <p:sp>
        <p:nvSpPr>
          <p:cNvPr id="32" name="title-1">
            <a:extLst>
              <a:ext uri="{FF2B5EF4-FFF2-40B4-BE49-F238E27FC236}">
                <a16:creationId xmlns:a16="http://schemas.microsoft.com/office/drawing/2014/main" id="{117878E8-DC7B-4E67-A663-BBD636006F63}"/>
              </a:ext>
            </a:extLst>
          </p:cNvPr>
          <p:cNvSpPr>
            <a:spLocks noGrp="1"/>
          </p:cNvSpPr>
          <p:nvPr/>
        </p:nvSpPr>
        <p:spPr>
          <a:xfrm>
            <a:off x="685800" y="1466850"/>
            <a:ext cx="6381750" cy="819150"/>
          </a:xfrm>
          <a:prstGeom prst="rect">
            <a:avLst/>
          </a:prstGeom>
          <a:noFill/>
          <a:ln w="0">
            <a:noFill/>
            <a:prstDash val="solid"/>
          </a:ln>
        </p:spPr>
        <p:txBody>
          <a:bodyPr wrap="square" lIns="0" tIns="0" rIns="0" bIns="0" anchor="t">
            <a:normAutofit/>
          </a:bodyPr>
          <a:lstStyle/>
          <a:p>
            <a:pPr algn="l">
              <a:lnSpc>
                <a:spcPct val="90000"/>
              </a:lnSpc>
              <a:buNone/>
              <a:defRPr sz="5400" b="1">
                <a:solidFill>
                  <a:srgbClr val="0A2A43"/>
                </a:solidFill>
                <a:latin typeface="Aptos Display"/>
                <a:ea typeface="Aptos Display"/>
                <a:cs typeface="Aptos Display"/>
              </a:defRPr>
            </a:pPr>
            <a:r>
              <a:rPr sz="5400" b="1" dirty="0">
                <a:solidFill>
                  <a:srgbClr val="0A2A43"/>
                </a:solidFill>
                <a:latin typeface="Aptos Display"/>
                <a:ea typeface="Aptos Display"/>
                <a:cs typeface="Aptos Display"/>
              </a:rPr>
              <a:t>FROM CONCEPT</a:t>
            </a:r>
          </a:p>
        </p:txBody>
      </p:sp>
      <p:sp>
        <p:nvSpPr>
          <p:cNvPr id="33" name="title-2">
            <a:extLst>
              <a:ext uri="{FF2B5EF4-FFF2-40B4-BE49-F238E27FC236}">
                <a16:creationId xmlns:a16="http://schemas.microsoft.com/office/drawing/2014/main" id="{DDA81975-E301-4151-83F7-E0F4401F87FB}"/>
              </a:ext>
            </a:extLst>
          </p:cNvPr>
          <p:cNvSpPr>
            <a:spLocks noGrp="1"/>
          </p:cNvSpPr>
          <p:nvPr/>
        </p:nvSpPr>
        <p:spPr>
          <a:xfrm>
            <a:off x="685800" y="2266950"/>
            <a:ext cx="6762750" cy="781050"/>
          </a:xfrm>
          <a:prstGeom prst="rect">
            <a:avLst/>
          </a:prstGeom>
          <a:noFill/>
          <a:ln w="0">
            <a:noFill/>
            <a:prstDash val="solid"/>
          </a:ln>
        </p:spPr>
        <p:txBody>
          <a:bodyPr wrap="square" lIns="0" tIns="0" rIns="0" bIns="0" anchor="t">
            <a:normAutofit fontScale="98096"/>
          </a:bodyPr>
          <a:lstStyle/>
          <a:p>
            <a:pPr algn="l">
              <a:lnSpc>
                <a:spcPct val="90000"/>
              </a:lnSpc>
              <a:buNone/>
              <a:defRPr sz="4800" b="1">
                <a:solidFill>
                  <a:srgbClr val="F26A3D"/>
                </a:solidFill>
                <a:latin typeface="Aptos Display"/>
                <a:ea typeface="Aptos Display"/>
                <a:cs typeface="Aptos Display"/>
              </a:defRPr>
            </a:pPr>
            <a:r>
              <a:rPr sz="4800" b="1" dirty="0">
                <a:solidFill>
                  <a:srgbClr val="F26A3D"/>
                </a:solidFill>
                <a:latin typeface="Aptos Display"/>
                <a:ea typeface="Aptos Display"/>
                <a:cs typeface="Aptos Display"/>
              </a:rPr>
              <a:t>TO COMMISSIONING</a:t>
            </a:r>
          </a:p>
        </p:txBody>
      </p:sp>
      <p:sp>
        <p:nvSpPr>
          <p:cNvPr id="34" name="title-rule">
            <a:extLst>
              <a:ext uri="{FF2B5EF4-FFF2-40B4-BE49-F238E27FC236}">
                <a16:creationId xmlns:a16="http://schemas.microsoft.com/office/drawing/2014/main" id="{B4A00940-6F7F-469D-BBB2-4E6C090950A2}"/>
              </a:ext>
            </a:extLst>
          </p:cNvPr>
          <p:cNvSpPr>
            <a:spLocks noGrp="1"/>
          </p:cNvSpPr>
          <p:nvPr/>
        </p:nvSpPr>
        <p:spPr>
          <a:xfrm>
            <a:off x="704850" y="3276600"/>
            <a:ext cx="1714500" cy="0"/>
          </a:xfrm>
          <a:prstGeom prst="line">
            <a:avLst/>
          </a:prstGeom>
          <a:noFill/>
          <a:ln w="47625">
            <a:solidFill>
              <a:srgbClr val="0A2A43"/>
            </a:solidFill>
            <a:prstDash val="solid"/>
          </a:ln>
        </p:spPr>
        <p:txBody>
          <a:bodyPr/>
          <a:lstStyle/>
          <a:p>
            <a:endParaRPr lang="en-IN"/>
          </a:p>
        </p:txBody>
      </p:sp>
      <p:sp>
        <p:nvSpPr>
          <p:cNvPr id="35" name="promise">
            <a:extLst>
              <a:ext uri="{FF2B5EF4-FFF2-40B4-BE49-F238E27FC236}">
                <a16:creationId xmlns:a16="http://schemas.microsoft.com/office/drawing/2014/main" id="{63103060-1C84-41C3-B0DF-0C2EFC62E642}"/>
              </a:ext>
            </a:extLst>
          </p:cNvPr>
          <p:cNvSpPr>
            <a:spLocks noGrp="1"/>
          </p:cNvSpPr>
          <p:nvPr/>
        </p:nvSpPr>
        <p:spPr>
          <a:xfrm>
            <a:off x="704850" y="3600450"/>
            <a:ext cx="5905500" cy="876300"/>
          </a:xfrm>
          <a:prstGeom prst="rect">
            <a:avLst/>
          </a:prstGeom>
          <a:noFill/>
          <a:ln w="0">
            <a:noFill/>
            <a:prstDash val="solid"/>
          </a:ln>
        </p:spPr>
        <p:txBody>
          <a:bodyPr wrap="square" lIns="0" tIns="0" rIns="0" bIns="0" anchor="t">
            <a:normAutofit/>
          </a:bodyPr>
          <a:lstStyle/>
          <a:p>
            <a:pPr algn="l">
              <a:lnSpc>
                <a:spcPct val="108000"/>
              </a:lnSpc>
              <a:buNone/>
              <a:defRPr sz="2100" b="0">
                <a:solidFill>
                  <a:srgbClr val="17384F"/>
                </a:solidFill>
                <a:latin typeface="Aptos"/>
                <a:ea typeface="Aptos"/>
                <a:cs typeface="Aptos"/>
              </a:defRPr>
            </a:pPr>
            <a:r>
              <a:rPr sz="2100" b="0" dirty="0">
                <a:solidFill>
                  <a:srgbClr val="17384F"/>
                </a:solidFill>
                <a:latin typeface="Aptos"/>
                <a:ea typeface="Aptos"/>
                <a:cs typeface="Aptos"/>
              </a:rPr>
              <a:t>Build a real application — end to end —</a:t>
            </a:r>
          </a:p>
          <a:p>
            <a:pPr algn="l">
              <a:lnSpc>
                <a:spcPct val="108000"/>
              </a:lnSpc>
              <a:buNone/>
              <a:defRPr sz="2100" b="0">
                <a:solidFill>
                  <a:srgbClr val="17384F"/>
                </a:solidFill>
                <a:latin typeface="Aptos"/>
                <a:ea typeface="Aptos"/>
                <a:cs typeface="Aptos"/>
              </a:defRPr>
            </a:pPr>
            <a:r>
              <a:rPr sz="2100" b="0" dirty="0">
                <a:solidFill>
                  <a:srgbClr val="17384F"/>
                </a:solidFill>
                <a:latin typeface="Aptos"/>
                <a:ea typeface="Aptos"/>
                <a:cs typeface="Aptos"/>
              </a:rPr>
              <a:t>and learn how to engineer software.</a:t>
            </a:r>
          </a:p>
        </p:txBody>
      </p:sp>
      <p:sp>
        <p:nvSpPr>
          <p:cNvPr id="36" name="direction-arrow">
            <a:extLst>
              <a:ext uri="{FF2B5EF4-FFF2-40B4-BE49-F238E27FC236}">
                <a16:creationId xmlns:a16="http://schemas.microsoft.com/office/drawing/2014/main" id="{593D4797-B0BA-4879-863F-002826583D51}"/>
              </a:ext>
            </a:extLst>
          </p:cNvPr>
          <p:cNvSpPr>
            <a:spLocks noGrp="1"/>
          </p:cNvSpPr>
          <p:nvPr/>
        </p:nvSpPr>
        <p:spPr>
          <a:xfrm>
            <a:off x="723900" y="5524500"/>
            <a:ext cx="1809750" cy="266700"/>
          </a:xfrm>
          <a:prstGeom prst="rightArrow">
            <a:avLst/>
          </a:prstGeom>
          <a:solidFill>
            <a:srgbClr val="F26A3D"/>
          </a:solidFill>
          <a:ln w="0">
            <a:noFill/>
            <a:prstDash val="solid"/>
          </a:ln>
        </p:spPr>
        <p:txBody>
          <a:bodyPr/>
          <a:lstStyle/>
          <a:p>
            <a:endParaRPr lang="en-IN"/>
          </a:p>
        </p:txBody>
      </p:sp>
      <p:sp>
        <p:nvSpPr>
          <p:cNvPr id="37" name="direction-label">
            <a:extLst>
              <a:ext uri="{FF2B5EF4-FFF2-40B4-BE49-F238E27FC236}">
                <a16:creationId xmlns:a16="http://schemas.microsoft.com/office/drawing/2014/main" id="{CEBFDB56-2926-4AB6-8855-68B1AD79BF7A}"/>
              </a:ext>
            </a:extLst>
          </p:cNvPr>
          <p:cNvSpPr>
            <a:spLocks noGrp="1"/>
          </p:cNvSpPr>
          <p:nvPr/>
        </p:nvSpPr>
        <p:spPr>
          <a:xfrm>
            <a:off x="704850" y="5924550"/>
            <a:ext cx="4000500" cy="266700"/>
          </a:xfrm>
          <a:prstGeom prst="rect">
            <a:avLst/>
          </a:prstGeom>
          <a:noFill/>
          <a:ln w="0">
            <a:noFill/>
            <a:prstDash val="solid"/>
          </a:ln>
        </p:spPr>
        <p:txBody>
          <a:bodyPr wrap="square" lIns="0" tIns="0" rIns="0" bIns="0" anchor="t">
            <a:normAutofit/>
          </a:bodyPr>
          <a:lstStyle/>
          <a:p>
            <a:pPr algn="l">
              <a:lnSpc>
                <a:spcPct val="100000"/>
              </a:lnSpc>
              <a:buNone/>
              <a:defRPr sz="1350" b="1">
                <a:solidFill>
                  <a:srgbClr val="0A2A43"/>
                </a:solidFill>
                <a:latin typeface="Aptos"/>
                <a:ea typeface="Aptos"/>
                <a:cs typeface="Aptos"/>
              </a:defRPr>
            </a:pPr>
            <a:r>
              <a:rPr sz="1350" b="1" dirty="0">
                <a:solidFill>
                  <a:srgbClr val="0A2A43"/>
                </a:solidFill>
                <a:latin typeface="Aptos"/>
                <a:ea typeface="Aptos"/>
                <a:cs typeface="Aptos"/>
              </a:rPr>
              <a:t>REAL PROBLEM  →  WORKING SYSTEM</a:t>
            </a:r>
          </a:p>
        </p:txBody>
      </p:sp>
      <p:sp>
        <p:nvSpPr>
          <p:cNvPr id="38" name="slide-no">
            <a:extLst>
              <a:ext uri="{FF2B5EF4-FFF2-40B4-BE49-F238E27FC236}">
                <a16:creationId xmlns:a16="http://schemas.microsoft.com/office/drawing/2014/main" id="{A5F91FD5-37A3-4814-8894-C3823A52AFB1}"/>
              </a:ext>
            </a:extLst>
          </p:cNvPr>
          <p:cNvSpPr>
            <a:spLocks noGrp="1"/>
          </p:cNvSpPr>
          <p:nvPr/>
        </p:nvSpPr>
        <p:spPr>
          <a:xfrm>
            <a:off x="11334750" y="6210300"/>
            <a:ext cx="419100" cy="228600"/>
          </a:xfrm>
          <a:prstGeom prst="rect">
            <a:avLst/>
          </a:prstGeom>
          <a:noFill/>
          <a:ln w="0">
            <a:noFill/>
            <a:prstDash val="solid"/>
          </a:ln>
        </p:spPr>
        <p:txBody>
          <a:bodyPr wrap="square" lIns="0" tIns="0" rIns="0" bIns="0" anchor="t">
            <a:normAutofit/>
          </a:bodyPr>
          <a:lstStyle/>
          <a:p>
            <a:pPr algn="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01</a:t>
            </a:r>
          </a:p>
        </p:txBody>
      </p:sp>
    </p:spTree>
    <p:extLst>
      <p:ext uri="{BB962C8B-B14F-4D97-AF65-F5344CB8AC3E}">
        <p14:creationId xmlns:p14="http://schemas.microsoft.com/office/powerpoint/2010/main" val="84018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p:cNvGrpSpPr/>
        <p:nvPr/>
      </p:nvGrpSpPr>
      <p:grpSpPr>
        <a:xfrm>
          <a:off x="0" y="0"/>
          <a:ext cx="0" cy="0"/>
          <a:chOff x="0" y="0"/>
          <a:chExt cx="0" cy="0"/>
        </a:xfrm>
      </p:grpSpPr>
      <p:sp>
        <p:nvSpPr>
          <p:cNvPr id="54" name="grid-v-0">
            <a:extLst>
              <a:ext uri="{FF2B5EF4-FFF2-40B4-BE49-F238E27FC236}">
                <a16:creationId xmlns:a16="http://schemas.microsoft.com/office/drawing/2014/main" id="{647F734B-1843-4D20-A69E-193B1A539CC7}"/>
              </a:ext>
            </a:extLst>
          </p:cNvPr>
          <p:cNvSpPr>
            <a:spLocks noGrp="1"/>
          </p:cNvSpPr>
          <p:nvPr/>
        </p:nvSpPr>
        <p:spPr>
          <a:xfrm>
            <a:off x="0" y="0"/>
            <a:ext cx="0" cy="6858000"/>
          </a:xfrm>
          <a:prstGeom prst="line">
            <a:avLst/>
          </a:prstGeom>
          <a:noFill/>
          <a:ln w="9525">
            <a:solidFill>
              <a:srgbClr val="0A2A43">
                <a:alpha val="8000"/>
              </a:srgbClr>
            </a:solidFill>
            <a:prstDash val="solid"/>
          </a:ln>
        </p:spPr>
        <p:txBody>
          <a:bodyPr/>
          <a:lstStyle/>
          <a:p>
            <a:endParaRPr lang="en-IN"/>
          </a:p>
        </p:txBody>
      </p:sp>
      <p:sp>
        <p:nvSpPr>
          <p:cNvPr id="2" name="grid-v-80">
            <a:extLst>
              <a:ext uri="{FF2B5EF4-FFF2-40B4-BE49-F238E27FC236}">
                <a16:creationId xmlns:a16="http://schemas.microsoft.com/office/drawing/2014/main" id="{901B5AEC-5B38-40BC-825C-B4448360EE3B}"/>
              </a:ext>
            </a:extLst>
          </p:cNvPr>
          <p:cNvSpPr>
            <a:spLocks noGrp="1"/>
          </p:cNvSpPr>
          <p:nvPr/>
        </p:nvSpPr>
        <p:spPr>
          <a:xfrm>
            <a:off x="762000" y="0"/>
            <a:ext cx="0" cy="6858000"/>
          </a:xfrm>
          <a:prstGeom prst="line">
            <a:avLst/>
          </a:prstGeom>
          <a:noFill/>
          <a:ln w="9525">
            <a:solidFill>
              <a:srgbClr val="0A2A43">
                <a:alpha val="8000"/>
              </a:srgbClr>
            </a:solidFill>
            <a:prstDash val="solid"/>
          </a:ln>
        </p:spPr>
        <p:txBody>
          <a:bodyPr/>
          <a:lstStyle/>
          <a:p>
            <a:endParaRPr lang="en-IN"/>
          </a:p>
        </p:txBody>
      </p:sp>
      <p:sp>
        <p:nvSpPr>
          <p:cNvPr id="3" name="grid-v-160">
            <a:extLst>
              <a:ext uri="{FF2B5EF4-FFF2-40B4-BE49-F238E27FC236}">
                <a16:creationId xmlns:a16="http://schemas.microsoft.com/office/drawing/2014/main" id="{119792A9-50A4-4FFD-B17F-285CD8828AE0}"/>
              </a:ext>
            </a:extLst>
          </p:cNvPr>
          <p:cNvSpPr>
            <a:spLocks noGrp="1"/>
          </p:cNvSpPr>
          <p:nvPr/>
        </p:nvSpPr>
        <p:spPr>
          <a:xfrm>
            <a:off x="1524000" y="0"/>
            <a:ext cx="0" cy="6858000"/>
          </a:xfrm>
          <a:prstGeom prst="line">
            <a:avLst/>
          </a:prstGeom>
          <a:noFill/>
          <a:ln w="9525">
            <a:solidFill>
              <a:srgbClr val="0A2A43">
                <a:alpha val="8000"/>
              </a:srgbClr>
            </a:solidFill>
            <a:prstDash val="solid"/>
          </a:ln>
        </p:spPr>
        <p:txBody>
          <a:bodyPr/>
          <a:lstStyle/>
          <a:p>
            <a:endParaRPr lang="en-IN"/>
          </a:p>
        </p:txBody>
      </p:sp>
      <p:sp>
        <p:nvSpPr>
          <p:cNvPr id="4" name="grid-v-240">
            <a:extLst>
              <a:ext uri="{FF2B5EF4-FFF2-40B4-BE49-F238E27FC236}">
                <a16:creationId xmlns:a16="http://schemas.microsoft.com/office/drawing/2014/main" id="{D6B36A36-9B60-447F-9B28-AF66341D89B8}"/>
              </a:ext>
            </a:extLst>
          </p:cNvPr>
          <p:cNvSpPr>
            <a:spLocks noGrp="1"/>
          </p:cNvSpPr>
          <p:nvPr/>
        </p:nvSpPr>
        <p:spPr>
          <a:xfrm>
            <a:off x="2286000" y="0"/>
            <a:ext cx="0" cy="6858000"/>
          </a:xfrm>
          <a:prstGeom prst="line">
            <a:avLst/>
          </a:prstGeom>
          <a:noFill/>
          <a:ln w="9525">
            <a:solidFill>
              <a:srgbClr val="0A2A43">
                <a:alpha val="8000"/>
              </a:srgbClr>
            </a:solidFill>
            <a:prstDash val="solid"/>
          </a:ln>
        </p:spPr>
        <p:txBody>
          <a:bodyPr/>
          <a:lstStyle/>
          <a:p>
            <a:endParaRPr lang="en-IN"/>
          </a:p>
        </p:txBody>
      </p:sp>
      <p:sp>
        <p:nvSpPr>
          <p:cNvPr id="5" name="grid-v-320">
            <a:extLst>
              <a:ext uri="{FF2B5EF4-FFF2-40B4-BE49-F238E27FC236}">
                <a16:creationId xmlns:a16="http://schemas.microsoft.com/office/drawing/2014/main" id="{EB425978-4D93-45B2-A527-B889CAF0DED6}"/>
              </a:ext>
            </a:extLst>
          </p:cNvPr>
          <p:cNvSpPr>
            <a:spLocks noGrp="1"/>
          </p:cNvSpPr>
          <p:nvPr/>
        </p:nvSpPr>
        <p:spPr>
          <a:xfrm>
            <a:off x="3048000" y="0"/>
            <a:ext cx="0" cy="6858000"/>
          </a:xfrm>
          <a:prstGeom prst="line">
            <a:avLst/>
          </a:prstGeom>
          <a:noFill/>
          <a:ln w="9525">
            <a:solidFill>
              <a:srgbClr val="0A2A43">
                <a:alpha val="8000"/>
              </a:srgbClr>
            </a:solidFill>
            <a:prstDash val="solid"/>
          </a:ln>
        </p:spPr>
        <p:txBody>
          <a:bodyPr/>
          <a:lstStyle/>
          <a:p>
            <a:endParaRPr lang="en-IN"/>
          </a:p>
        </p:txBody>
      </p:sp>
      <p:sp>
        <p:nvSpPr>
          <p:cNvPr id="6" name="grid-v-400">
            <a:extLst>
              <a:ext uri="{FF2B5EF4-FFF2-40B4-BE49-F238E27FC236}">
                <a16:creationId xmlns:a16="http://schemas.microsoft.com/office/drawing/2014/main" id="{C5CB47D1-2975-45C9-8AE2-2125A0D6352A}"/>
              </a:ext>
            </a:extLst>
          </p:cNvPr>
          <p:cNvSpPr>
            <a:spLocks noGrp="1"/>
          </p:cNvSpPr>
          <p:nvPr/>
        </p:nvSpPr>
        <p:spPr>
          <a:xfrm>
            <a:off x="3810000" y="0"/>
            <a:ext cx="0" cy="6858000"/>
          </a:xfrm>
          <a:prstGeom prst="line">
            <a:avLst/>
          </a:prstGeom>
          <a:noFill/>
          <a:ln w="9525">
            <a:solidFill>
              <a:srgbClr val="0A2A43">
                <a:alpha val="8000"/>
              </a:srgbClr>
            </a:solidFill>
            <a:prstDash val="solid"/>
          </a:ln>
        </p:spPr>
        <p:txBody>
          <a:bodyPr/>
          <a:lstStyle/>
          <a:p>
            <a:endParaRPr lang="en-IN"/>
          </a:p>
        </p:txBody>
      </p:sp>
      <p:sp>
        <p:nvSpPr>
          <p:cNvPr id="7" name="grid-v-480">
            <a:extLst>
              <a:ext uri="{FF2B5EF4-FFF2-40B4-BE49-F238E27FC236}">
                <a16:creationId xmlns:a16="http://schemas.microsoft.com/office/drawing/2014/main" id="{4D9E78BD-9860-402D-9486-F01C87B10DD3}"/>
              </a:ext>
            </a:extLst>
          </p:cNvPr>
          <p:cNvSpPr>
            <a:spLocks noGrp="1"/>
          </p:cNvSpPr>
          <p:nvPr/>
        </p:nvSpPr>
        <p:spPr>
          <a:xfrm>
            <a:off x="4572000" y="0"/>
            <a:ext cx="0" cy="6858000"/>
          </a:xfrm>
          <a:prstGeom prst="line">
            <a:avLst/>
          </a:prstGeom>
          <a:noFill/>
          <a:ln w="9525">
            <a:solidFill>
              <a:srgbClr val="0A2A43">
                <a:alpha val="8000"/>
              </a:srgbClr>
            </a:solidFill>
            <a:prstDash val="solid"/>
          </a:ln>
        </p:spPr>
        <p:txBody>
          <a:bodyPr/>
          <a:lstStyle/>
          <a:p>
            <a:endParaRPr lang="en-IN"/>
          </a:p>
        </p:txBody>
      </p:sp>
      <p:sp>
        <p:nvSpPr>
          <p:cNvPr id="8" name="grid-v-560">
            <a:extLst>
              <a:ext uri="{FF2B5EF4-FFF2-40B4-BE49-F238E27FC236}">
                <a16:creationId xmlns:a16="http://schemas.microsoft.com/office/drawing/2014/main" id="{3F15216B-C7FD-4EF5-AA8C-916B3AE764F3}"/>
              </a:ext>
            </a:extLst>
          </p:cNvPr>
          <p:cNvSpPr>
            <a:spLocks noGrp="1"/>
          </p:cNvSpPr>
          <p:nvPr/>
        </p:nvSpPr>
        <p:spPr>
          <a:xfrm>
            <a:off x="5334000" y="0"/>
            <a:ext cx="0" cy="6858000"/>
          </a:xfrm>
          <a:prstGeom prst="line">
            <a:avLst/>
          </a:prstGeom>
          <a:noFill/>
          <a:ln w="9525">
            <a:solidFill>
              <a:srgbClr val="0A2A43">
                <a:alpha val="8000"/>
              </a:srgbClr>
            </a:solidFill>
            <a:prstDash val="solid"/>
          </a:ln>
        </p:spPr>
        <p:txBody>
          <a:bodyPr/>
          <a:lstStyle/>
          <a:p>
            <a:endParaRPr lang="en-IN"/>
          </a:p>
        </p:txBody>
      </p:sp>
      <p:sp>
        <p:nvSpPr>
          <p:cNvPr id="9" name="grid-v-640">
            <a:extLst>
              <a:ext uri="{FF2B5EF4-FFF2-40B4-BE49-F238E27FC236}">
                <a16:creationId xmlns:a16="http://schemas.microsoft.com/office/drawing/2014/main" id="{D49D6719-EF06-42F8-BA83-23F3DF54D8A5}"/>
              </a:ext>
            </a:extLst>
          </p:cNvPr>
          <p:cNvSpPr>
            <a:spLocks noGrp="1"/>
          </p:cNvSpPr>
          <p:nvPr/>
        </p:nvSpPr>
        <p:spPr>
          <a:xfrm>
            <a:off x="6096000" y="0"/>
            <a:ext cx="0" cy="6858000"/>
          </a:xfrm>
          <a:prstGeom prst="line">
            <a:avLst/>
          </a:prstGeom>
          <a:noFill/>
          <a:ln w="9525">
            <a:solidFill>
              <a:srgbClr val="0A2A43">
                <a:alpha val="8000"/>
              </a:srgbClr>
            </a:solidFill>
            <a:prstDash val="solid"/>
          </a:ln>
        </p:spPr>
        <p:txBody>
          <a:bodyPr/>
          <a:lstStyle/>
          <a:p>
            <a:endParaRPr lang="en-IN"/>
          </a:p>
        </p:txBody>
      </p:sp>
      <p:sp>
        <p:nvSpPr>
          <p:cNvPr id="10" name="grid-v-720">
            <a:extLst>
              <a:ext uri="{FF2B5EF4-FFF2-40B4-BE49-F238E27FC236}">
                <a16:creationId xmlns:a16="http://schemas.microsoft.com/office/drawing/2014/main" id="{32BB4F96-EC86-4379-9284-A088CDB68150}"/>
              </a:ext>
            </a:extLst>
          </p:cNvPr>
          <p:cNvSpPr>
            <a:spLocks noGrp="1"/>
          </p:cNvSpPr>
          <p:nvPr/>
        </p:nvSpPr>
        <p:spPr>
          <a:xfrm>
            <a:off x="6858000" y="0"/>
            <a:ext cx="0" cy="6858000"/>
          </a:xfrm>
          <a:prstGeom prst="line">
            <a:avLst/>
          </a:prstGeom>
          <a:noFill/>
          <a:ln w="9525">
            <a:solidFill>
              <a:srgbClr val="0A2A43">
                <a:alpha val="8000"/>
              </a:srgbClr>
            </a:solidFill>
            <a:prstDash val="solid"/>
          </a:ln>
        </p:spPr>
        <p:txBody>
          <a:bodyPr/>
          <a:lstStyle/>
          <a:p>
            <a:endParaRPr lang="en-IN"/>
          </a:p>
        </p:txBody>
      </p:sp>
      <p:sp>
        <p:nvSpPr>
          <p:cNvPr id="11" name="grid-v-800">
            <a:extLst>
              <a:ext uri="{FF2B5EF4-FFF2-40B4-BE49-F238E27FC236}">
                <a16:creationId xmlns:a16="http://schemas.microsoft.com/office/drawing/2014/main" id="{E09E3778-0C3F-4C89-AF09-40CA89FFBFDF}"/>
              </a:ext>
            </a:extLst>
          </p:cNvPr>
          <p:cNvSpPr>
            <a:spLocks noGrp="1"/>
          </p:cNvSpPr>
          <p:nvPr/>
        </p:nvSpPr>
        <p:spPr>
          <a:xfrm>
            <a:off x="7620000" y="0"/>
            <a:ext cx="0" cy="6858000"/>
          </a:xfrm>
          <a:prstGeom prst="line">
            <a:avLst/>
          </a:prstGeom>
          <a:noFill/>
          <a:ln w="9525">
            <a:solidFill>
              <a:srgbClr val="0A2A43">
                <a:alpha val="8000"/>
              </a:srgbClr>
            </a:solidFill>
            <a:prstDash val="solid"/>
          </a:ln>
        </p:spPr>
        <p:txBody>
          <a:bodyPr/>
          <a:lstStyle/>
          <a:p>
            <a:endParaRPr lang="en-IN"/>
          </a:p>
        </p:txBody>
      </p:sp>
      <p:sp>
        <p:nvSpPr>
          <p:cNvPr id="12" name="grid-v-880">
            <a:extLst>
              <a:ext uri="{FF2B5EF4-FFF2-40B4-BE49-F238E27FC236}">
                <a16:creationId xmlns:a16="http://schemas.microsoft.com/office/drawing/2014/main" id="{55585DB8-5C52-4E6B-918D-32B3210E7828}"/>
              </a:ext>
            </a:extLst>
          </p:cNvPr>
          <p:cNvSpPr>
            <a:spLocks noGrp="1"/>
          </p:cNvSpPr>
          <p:nvPr/>
        </p:nvSpPr>
        <p:spPr>
          <a:xfrm>
            <a:off x="8382000" y="0"/>
            <a:ext cx="0" cy="6858000"/>
          </a:xfrm>
          <a:prstGeom prst="line">
            <a:avLst/>
          </a:prstGeom>
          <a:noFill/>
          <a:ln w="9525">
            <a:solidFill>
              <a:srgbClr val="0A2A43">
                <a:alpha val="8000"/>
              </a:srgbClr>
            </a:solidFill>
            <a:prstDash val="solid"/>
          </a:ln>
        </p:spPr>
        <p:txBody>
          <a:bodyPr/>
          <a:lstStyle/>
          <a:p>
            <a:endParaRPr lang="en-IN"/>
          </a:p>
        </p:txBody>
      </p:sp>
      <p:sp>
        <p:nvSpPr>
          <p:cNvPr id="13" name="grid-v-960">
            <a:extLst>
              <a:ext uri="{FF2B5EF4-FFF2-40B4-BE49-F238E27FC236}">
                <a16:creationId xmlns:a16="http://schemas.microsoft.com/office/drawing/2014/main" id="{A4F489B9-D7F2-4294-BFC7-428A6937BE7C}"/>
              </a:ext>
            </a:extLst>
          </p:cNvPr>
          <p:cNvSpPr>
            <a:spLocks noGrp="1"/>
          </p:cNvSpPr>
          <p:nvPr/>
        </p:nvSpPr>
        <p:spPr>
          <a:xfrm>
            <a:off x="9144000" y="0"/>
            <a:ext cx="0" cy="6858000"/>
          </a:xfrm>
          <a:prstGeom prst="line">
            <a:avLst/>
          </a:prstGeom>
          <a:noFill/>
          <a:ln w="9525">
            <a:solidFill>
              <a:srgbClr val="0A2A43">
                <a:alpha val="8000"/>
              </a:srgbClr>
            </a:solidFill>
            <a:prstDash val="solid"/>
          </a:ln>
        </p:spPr>
        <p:txBody>
          <a:bodyPr/>
          <a:lstStyle/>
          <a:p>
            <a:endParaRPr lang="en-IN"/>
          </a:p>
        </p:txBody>
      </p:sp>
      <p:sp>
        <p:nvSpPr>
          <p:cNvPr id="14" name="grid-v-1040">
            <a:extLst>
              <a:ext uri="{FF2B5EF4-FFF2-40B4-BE49-F238E27FC236}">
                <a16:creationId xmlns:a16="http://schemas.microsoft.com/office/drawing/2014/main" id="{3ECC3BEF-B013-405D-8A9F-871ACF41C00E}"/>
              </a:ext>
            </a:extLst>
          </p:cNvPr>
          <p:cNvSpPr>
            <a:spLocks noGrp="1"/>
          </p:cNvSpPr>
          <p:nvPr/>
        </p:nvSpPr>
        <p:spPr>
          <a:xfrm>
            <a:off x="9906000" y="0"/>
            <a:ext cx="0" cy="6858000"/>
          </a:xfrm>
          <a:prstGeom prst="line">
            <a:avLst/>
          </a:prstGeom>
          <a:noFill/>
          <a:ln w="9525">
            <a:solidFill>
              <a:srgbClr val="0A2A43">
                <a:alpha val="8000"/>
              </a:srgbClr>
            </a:solidFill>
            <a:prstDash val="solid"/>
          </a:ln>
        </p:spPr>
        <p:txBody>
          <a:bodyPr/>
          <a:lstStyle/>
          <a:p>
            <a:endParaRPr lang="en-IN"/>
          </a:p>
        </p:txBody>
      </p:sp>
      <p:sp>
        <p:nvSpPr>
          <p:cNvPr id="15" name="grid-v-1120">
            <a:extLst>
              <a:ext uri="{FF2B5EF4-FFF2-40B4-BE49-F238E27FC236}">
                <a16:creationId xmlns:a16="http://schemas.microsoft.com/office/drawing/2014/main" id="{BECDAAE2-45D4-411F-9614-9E7BF7E02FD2}"/>
              </a:ext>
            </a:extLst>
          </p:cNvPr>
          <p:cNvSpPr>
            <a:spLocks noGrp="1"/>
          </p:cNvSpPr>
          <p:nvPr/>
        </p:nvSpPr>
        <p:spPr>
          <a:xfrm>
            <a:off x="10668000" y="0"/>
            <a:ext cx="0" cy="6858000"/>
          </a:xfrm>
          <a:prstGeom prst="line">
            <a:avLst/>
          </a:prstGeom>
          <a:noFill/>
          <a:ln w="9525">
            <a:solidFill>
              <a:srgbClr val="0A2A43">
                <a:alpha val="8000"/>
              </a:srgbClr>
            </a:solidFill>
            <a:prstDash val="solid"/>
          </a:ln>
        </p:spPr>
        <p:txBody>
          <a:bodyPr/>
          <a:lstStyle/>
          <a:p>
            <a:endParaRPr lang="en-IN"/>
          </a:p>
        </p:txBody>
      </p:sp>
      <p:sp>
        <p:nvSpPr>
          <p:cNvPr id="16" name="grid-v-1200">
            <a:extLst>
              <a:ext uri="{FF2B5EF4-FFF2-40B4-BE49-F238E27FC236}">
                <a16:creationId xmlns:a16="http://schemas.microsoft.com/office/drawing/2014/main" id="{E9FEE57C-F334-4FD6-8C28-EEF442677451}"/>
              </a:ext>
            </a:extLst>
          </p:cNvPr>
          <p:cNvSpPr>
            <a:spLocks noGrp="1"/>
          </p:cNvSpPr>
          <p:nvPr/>
        </p:nvSpPr>
        <p:spPr>
          <a:xfrm>
            <a:off x="11430000" y="0"/>
            <a:ext cx="0" cy="6858000"/>
          </a:xfrm>
          <a:prstGeom prst="line">
            <a:avLst/>
          </a:prstGeom>
          <a:noFill/>
          <a:ln w="9525">
            <a:solidFill>
              <a:srgbClr val="0A2A43">
                <a:alpha val="8000"/>
              </a:srgbClr>
            </a:solidFill>
            <a:prstDash val="solid"/>
          </a:ln>
        </p:spPr>
        <p:txBody>
          <a:bodyPr/>
          <a:lstStyle/>
          <a:p>
            <a:endParaRPr lang="en-IN"/>
          </a:p>
        </p:txBody>
      </p:sp>
      <p:sp>
        <p:nvSpPr>
          <p:cNvPr id="17" name="grid-v-1280">
            <a:extLst>
              <a:ext uri="{FF2B5EF4-FFF2-40B4-BE49-F238E27FC236}">
                <a16:creationId xmlns:a16="http://schemas.microsoft.com/office/drawing/2014/main" id="{248CAA01-CB6D-46D3-88C2-60C6BDBFAA51}"/>
              </a:ext>
            </a:extLst>
          </p:cNvPr>
          <p:cNvSpPr>
            <a:spLocks noGrp="1"/>
          </p:cNvSpPr>
          <p:nvPr/>
        </p:nvSpPr>
        <p:spPr>
          <a:xfrm>
            <a:off x="12192000" y="0"/>
            <a:ext cx="0" cy="6858000"/>
          </a:xfrm>
          <a:prstGeom prst="line">
            <a:avLst/>
          </a:prstGeom>
          <a:noFill/>
          <a:ln w="9525">
            <a:solidFill>
              <a:srgbClr val="0A2A43">
                <a:alpha val="8000"/>
              </a:srgbClr>
            </a:solidFill>
            <a:prstDash val="solid"/>
          </a:ln>
        </p:spPr>
        <p:txBody>
          <a:bodyPr/>
          <a:lstStyle/>
          <a:p>
            <a:endParaRPr lang="en-IN"/>
          </a:p>
        </p:txBody>
      </p:sp>
      <p:sp>
        <p:nvSpPr>
          <p:cNvPr id="18" name="grid-h-0">
            <a:extLst>
              <a:ext uri="{FF2B5EF4-FFF2-40B4-BE49-F238E27FC236}">
                <a16:creationId xmlns:a16="http://schemas.microsoft.com/office/drawing/2014/main" id="{F847CA44-33FC-4114-B0FA-6CF6937F976F}"/>
              </a:ext>
            </a:extLst>
          </p:cNvPr>
          <p:cNvSpPr>
            <a:spLocks noGrp="1"/>
          </p:cNvSpPr>
          <p:nvPr/>
        </p:nvSpPr>
        <p:spPr>
          <a:xfrm>
            <a:off x="0" y="0"/>
            <a:ext cx="12192000" cy="0"/>
          </a:xfrm>
          <a:prstGeom prst="line">
            <a:avLst/>
          </a:prstGeom>
          <a:noFill/>
          <a:ln w="9525">
            <a:solidFill>
              <a:srgbClr val="0A2A43">
                <a:alpha val="8000"/>
              </a:srgbClr>
            </a:solidFill>
            <a:prstDash val="solid"/>
          </a:ln>
        </p:spPr>
        <p:txBody>
          <a:bodyPr/>
          <a:lstStyle/>
          <a:p>
            <a:endParaRPr lang="en-IN"/>
          </a:p>
        </p:txBody>
      </p:sp>
      <p:sp>
        <p:nvSpPr>
          <p:cNvPr id="19" name="grid-h-80">
            <a:extLst>
              <a:ext uri="{FF2B5EF4-FFF2-40B4-BE49-F238E27FC236}">
                <a16:creationId xmlns:a16="http://schemas.microsoft.com/office/drawing/2014/main" id="{AE6C7E0E-8D34-4FA9-812E-91BEB9B5E742}"/>
              </a:ext>
            </a:extLst>
          </p:cNvPr>
          <p:cNvSpPr>
            <a:spLocks noGrp="1"/>
          </p:cNvSpPr>
          <p:nvPr/>
        </p:nvSpPr>
        <p:spPr>
          <a:xfrm>
            <a:off x="0" y="762000"/>
            <a:ext cx="12192000" cy="0"/>
          </a:xfrm>
          <a:prstGeom prst="line">
            <a:avLst/>
          </a:prstGeom>
          <a:noFill/>
          <a:ln w="9525">
            <a:solidFill>
              <a:srgbClr val="0A2A43">
                <a:alpha val="8000"/>
              </a:srgbClr>
            </a:solidFill>
            <a:prstDash val="solid"/>
          </a:ln>
        </p:spPr>
        <p:txBody>
          <a:bodyPr/>
          <a:lstStyle/>
          <a:p>
            <a:endParaRPr lang="en-IN"/>
          </a:p>
        </p:txBody>
      </p:sp>
      <p:sp>
        <p:nvSpPr>
          <p:cNvPr id="20" name="grid-h-160">
            <a:extLst>
              <a:ext uri="{FF2B5EF4-FFF2-40B4-BE49-F238E27FC236}">
                <a16:creationId xmlns:a16="http://schemas.microsoft.com/office/drawing/2014/main" id="{D3F59518-4EA1-4A46-939B-A7656DEC225A}"/>
              </a:ext>
            </a:extLst>
          </p:cNvPr>
          <p:cNvSpPr>
            <a:spLocks noGrp="1"/>
          </p:cNvSpPr>
          <p:nvPr/>
        </p:nvSpPr>
        <p:spPr>
          <a:xfrm>
            <a:off x="0" y="1524000"/>
            <a:ext cx="12192000" cy="0"/>
          </a:xfrm>
          <a:prstGeom prst="line">
            <a:avLst/>
          </a:prstGeom>
          <a:noFill/>
          <a:ln w="9525">
            <a:solidFill>
              <a:srgbClr val="0A2A43">
                <a:alpha val="8000"/>
              </a:srgbClr>
            </a:solidFill>
            <a:prstDash val="solid"/>
          </a:ln>
        </p:spPr>
        <p:txBody>
          <a:bodyPr/>
          <a:lstStyle/>
          <a:p>
            <a:endParaRPr lang="en-IN"/>
          </a:p>
        </p:txBody>
      </p:sp>
      <p:sp>
        <p:nvSpPr>
          <p:cNvPr id="21" name="grid-h-240">
            <a:extLst>
              <a:ext uri="{FF2B5EF4-FFF2-40B4-BE49-F238E27FC236}">
                <a16:creationId xmlns:a16="http://schemas.microsoft.com/office/drawing/2014/main" id="{5E19F5C0-42C2-4FEB-AE86-40FA6A300EA3}"/>
              </a:ext>
            </a:extLst>
          </p:cNvPr>
          <p:cNvSpPr>
            <a:spLocks noGrp="1"/>
          </p:cNvSpPr>
          <p:nvPr/>
        </p:nvSpPr>
        <p:spPr>
          <a:xfrm>
            <a:off x="0" y="2286000"/>
            <a:ext cx="12192000" cy="0"/>
          </a:xfrm>
          <a:prstGeom prst="line">
            <a:avLst/>
          </a:prstGeom>
          <a:noFill/>
          <a:ln w="9525">
            <a:solidFill>
              <a:srgbClr val="0A2A43">
                <a:alpha val="8000"/>
              </a:srgbClr>
            </a:solidFill>
            <a:prstDash val="solid"/>
          </a:ln>
        </p:spPr>
        <p:txBody>
          <a:bodyPr/>
          <a:lstStyle/>
          <a:p>
            <a:endParaRPr lang="en-IN"/>
          </a:p>
        </p:txBody>
      </p:sp>
      <p:sp>
        <p:nvSpPr>
          <p:cNvPr id="22" name="grid-h-320">
            <a:extLst>
              <a:ext uri="{FF2B5EF4-FFF2-40B4-BE49-F238E27FC236}">
                <a16:creationId xmlns:a16="http://schemas.microsoft.com/office/drawing/2014/main" id="{363E0161-9C3A-43AF-AA43-D48362CBC60C}"/>
              </a:ext>
            </a:extLst>
          </p:cNvPr>
          <p:cNvSpPr>
            <a:spLocks noGrp="1"/>
          </p:cNvSpPr>
          <p:nvPr/>
        </p:nvSpPr>
        <p:spPr>
          <a:xfrm>
            <a:off x="0" y="3048000"/>
            <a:ext cx="12192000" cy="0"/>
          </a:xfrm>
          <a:prstGeom prst="line">
            <a:avLst/>
          </a:prstGeom>
          <a:noFill/>
          <a:ln w="9525">
            <a:solidFill>
              <a:srgbClr val="0A2A43">
                <a:alpha val="8000"/>
              </a:srgbClr>
            </a:solidFill>
            <a:prstDash val="solid"/>
          </a:ln>
        </p:spPr>
        <p:txBody>
          <a:bodyPr/>
          <a:lstStyle/>
          <a:p>
            <a:endParaRPr lang="en-IN"/>
          </a:p>
        </p:txBody>
      </p:sp>
      <p:sp>
        <p:nvSpPr>
          <p:cNvPr id="23" name="grid-h-400">
            <a:extLst>
              <a:ext uri="{FF2B5EF4-FFF2-40B4-BE49-F238E27FC236}">
                <a16:creationId xmlns:a16="http://schemas.microsoft.com/office/drawing/2014/main" id="{EBB6C92A-2A63-448E-92D5-E8DBFFD2CD15}"/>
              </a:ext>
            </a:extLst>
          </p:cNvPr>
          <p:cNvSpPr>
            <a:spLocks noGrp="1"/>
          </p:cNvSpPr>
          <p:nvPr/>
        </p:nvSpPr>
        <p:spPr>
          <a:xfrm>
            <a:off x="0" y="3810000"/>
            <a:ext cx="12192000" cy="0"/>
          </a:xfrm>
          <a:prstGeom prst="line">
            <a:avLst/>
          </a:prstGeom>
          <a:noFill/>
          <a:ln w="9525">
            <a:solidFill>
              <a:srgbClr val="0A2A43">
                <a:alpha val="8000"/>
              </a:srgbClr>
            </a:solidFill>
            <a:prstDash val="solid"/>
          </a:ln>
        </p:spPr>
        <p:txBody>
          <a:bodyPr/>
          <a:lstStyle/>
          <a:p>
            <a:endParaRPr lang="en-IN"/>
          </a:p>
        </p:txBody>
      </p:sp>
      <p:sp>
        <p:nvSpPr>
          <p:cNvPr id="24" name="grid-h-480">
            <a:extLst>
              <a:ext uri="{FF2B5EF4-FFF2-40B4-BE49-F238E27FC236}">
                <a16:creationId xmlns:a16="http://schemas.microsoft.com/office/drawing/2014/main" id="{57FFF23E-CE9C-42A3-8799-3D20594FFB2E}"/>
              </a:ext>
            </a:extLst>
          </p:cNvPr>
          <p:cNvSpPr>
            <a:spLocks noGrp="1"/>
          </p:cNvSpPr>
          <p:nvPr/>
        </p:nvSpPr>
        <p:spPr>
          <a:xfrm>
            <a:off x="0" y="4572000"/>
            <a:ext cx="12192000" cy="0"/>
          </a:xfrm>
          <a:prstGeom prst="line">
            <a:avLst/>
          </a:prstGeom>
          <a:noFill/>
          <a:ln w="9525">
            <a:solidFill>
              <a:srgbClr val="0A2A43">
                <a:alpha val="8000"/>
              </a:srgbClr>
            </a:solidFill>
            <a:prstDash val="solid"/>
          </a:ln>
        </p:spPr>
        <p:txBody>
          <a:bodyPr/>
          <a:lstStyle/>
          <a:p>
            <a:endParaRPr lang="en-IN"/>
          </a:p>
        </p:txBody>
      </p:sp>
      <p:sp>
        <p:nvSpPr>
          <p:cNvPr id="25" name="grid-h-560">
            <a:extLst>
              <a:ext uri="{FF2B5EF4-FFF2-40B4-BE49-F238E27FC236}">
                <a16:creationId xmlns:a16="http://schemas.microsoft.com/office/drawing/2014/main" id="{10A015F4-CDDD-488A-8816-EFECF335823D}"/>
              </a:ext>
            </a:extLst>
          </p:cNvPr>
          <p:cNvSpPr>
            <a:spLocks noGrp="1"/>
          </p:cNvSpPr>
          <p:nvPr/>
        </p:nvSpPr>
        <p:spPr>
          <a:xfrm>
            <a:off x="0" y="5334000"/>
            <a:ext cx="12192000" cy="0"/>
          </a:xfrm>
          <a:prstGeom prst="line">
            <a:avLst/>
          </a:prstGeom>
          <a:noFill/>
          <a:ln w="9525">
            <a:solidFill>
              <a:srgbClr val="0A2A43">
                <a:alpha val="8000"/>
              </a:srgbClr>
            </a:solidFill>
            <a:prstDash val="solid"/>
          </a:ln>
        </p:spPr>
        <p:txBody>
          <a:bodyPr/>
          <a:lstStyle/>
          <a:p>
            <a:endParaRPr lang="en-IN"/>
          </a:p>
        </p:txBody>
      </p:sp>
      <p:sp>
        <p:nvSpPr>
          <p:cNvPr id="26" name="grid-h-640">
            <a:extLst>
              <a:ext uri="{FF2B5EF4-FFF2-40B4-BE49-F238E27FC236}">
                <a16:creationId xmlns:a16="http://schemas.microsoft.com/office/drawing/2014/main" id="{B6ED3544-3620-4810-80B0-2A73A3C33708}"/>
              </a:ext>
            </a:extLst>
          </p:cNvPr>
          <p:cNvSpPr>
            <a:spLocks noGrp="1"/>
          </p:cNvSpPr>
          <p:nvPr/>
        </p:nvSpPr>
        <p:spPr>
          <a:xfrm>
            <a:off x="0" y="6096000"/>
            <a:ext cx="12192000" cy="0"/>
          </a:xfrm>
          <a:prstGeom prst="line">
            <a:avLst/>
          </a:prstGeom>
          <a:noFill/>
          <a:ln w="9525">
            <a:solidFill>
              <a:srgbClr val="0A2A43">
                <a:alpha val="8000"/>
              </a:srgbClr>
            </a:solidFill>
            <a:prstDash val="solid"/>
          </a:ln>
        </p:spPr>
        <p:txBody>
          <a:bodyPr/>
          <a:lstStyle/>
          <a:p>
            <a:endParaRPr lang="en-IN"/>
          </a:p>
        </p:txBody>
      </p:sp>
      <p:sp>
        <p:nvSpPr>
          <p:cNvPr id="27" name="grid-h-720">
            <a:extLst>
              <a:ext uri="{FF2B5EF4-FFF2-40B4-BE49-F238E27FC236}">
                <a16:creationId xmlns:a16="http://schemas.microsoft.com/office/drawing/2014/main" id="{8E568C3B-1117-4B0E-A96B-56FC3D91DEDB}"/>
              </a:ext>
            </a:extLst>
          </p:cNvPr>
          <p:cNvSpPr>
            <a:spLocks noGrp="1"/>
          </p:cNvSpPr>
          <p:nvPr/>
        </p:nvSpPr>
        <p:spPr>
          <a:xfrm>
            <a:off x="0" y="6858000"/>
            <a:ext cx="12192000" cy="0"/>
          </a:xfrm>
          <a:prstGeom prst="line">
            <a:avLst/>
          </a:prstGeom>
          <a:noFill/>
          <a:ln w="9525">
            <a:solidFill>
              <a:srgbClr val="0A2A43">
                <a:alpha val="8000"/>
              </a:srgbClr>
            </a:solidFill>
            <a:prstDash val="solid"/>
          </a:ln>
        </p:spPr>
        <p:txBody>
          <a:bodyPr/>
          <a:lstStyle/>
          <a:p>
            <a:endParaRPr lang="en-IN"/>
          </a:p>
        </p:txBody>
      </p:sp>
      <p:sp>
        <p:nvSpPr>
          <p:cNvPr id="28" name="top-band">
            <a:extLst>
              <a:ext uri="{FF2B5EF4-FFF2-40B4-BE49-F238E27FC236}">
                <a16:creationId xmlns:a16="http://schemas.microsoft.com/office/drawing/2014/main" id="{410B6796-B3BA-4064-95A5-B7CDD20C610C}"/>
              </a:ext>
            </a:extLst>
          </p:cNvPr>
          <p:cNvSpPr>
            <a:spLocks noGrp="1"/>
          </p:cNvSpPr>
          <p:nvPr/>
        </p:nvSpPr>
        <p:spPr>
          <a:xfrm>
            <a:off x="0" y="0"/>
            <a:ext cx="12192000" cy="171450"/>
          </a:xfrm>
          <a:prstGeom prst="rect">
            <a:avLst/>
          </a:prstGeom>
          <a:solidFill>
            <a:srgbClr val="0A2A43"/>
          </a:solidFill>
          <a:ln w="0">
            <a:noFill/>
            <a:prstDash val="solid"/>
          </a:ln>
        </p:spPr>
        <p:txBody>
          <a:bodyPr/>
          <a:lstStyle/>
          <a:p>
            <a:endParaRPr lang="en-IN"/>
          </a:p>
        </p:txBody>
      </p:sp>
      <p:sp>
        <p:nvSpPr>
          <p:cNvPr id="29" name="title-a">
            <a:extLst>
              <a:ext uri="{FF2B5EF4-FFF2-40B4-BE49-F238E27FC236}">
                <a16:creationId xmlns:a16="http://schemas.microsoft.com/office/drawing/2014/main" id="{6C2030D4-08F2-4F15-A8F0-5FAC3E81D0CE}"/>
              </a:ext>
            </a:extLst>
          </p:cNvPr>
          <p:cNvSpPr>
            <a:spLocks noGrp="1"/>
          </p:cNvSpPr>
          <p:nvPr/>
        </p:nvSpPr>
        <p:spPr>
          <a:xfrm>
            <a:off x="685800" y="438150"/>
            <a:ext cx="6858000" cy="533400"/>
          </a:xfrm>
          <a:prstGeom prst="rect">
            <a:avLst/>
          </a:prstGeom>
          <a:noFill/>
          <a:ln w="0">
            <a:noFill/>
            <a:prstDash val="solid"/>
          </a:ln>
        </p:spPr>
        <p:txBody>
          <a:bodyPr wrap="square" lIns="0" tIns="0" rIns="0" bIns="0" anchor="t">
            <a:normAutofit fontScale="97222"/>
          </a:bodyPr>
          <a:lstStyle/>
          <a:p>
            <a:pPr algn="l">
              <a:lnSpc>
                <a:spcPct val="100000"/>
              </a:lnSpc>
              <a:buNone/>
              <a:defRPr sz="3600" b="1">
                <a:solidFill>
                  <a:srgbClr val="0A2A43"/>
                </a:solidFill>
                <a:latin typeface="Aptos Display"/>
                <a:ea typeface="Aptos Display"/>
                <a:cs typeface="Aptos Display"/>
              </a:defRPr>
            </a:pPr>
            <a:r>
              <a:rPr sz="3600" b="1">
                <a:solidFill>
                  <a:srgbClr val="0A2A43"/>
                </a:solidFill>
                <a:latin typeface="Aptos Display"/>
                <a:ea typeface="Aptos Display"/>
                <a:cs typeface="Aptos Display"/>
              </a:rPr>
              <a:t>Tutorials teach syntax.</a:t>
            </a:r>
          </a:p>
        </p:txBody>
      </p:sp>
      <p:sp>
        <p:nvSpPr>
          <p:cNvPr id="30" name="title-b">
            <a:extLst>
              <a:ext uri="{FF2B5EF4-FFF2-40B4-BE49-F238E27FC236}">
                <a16:creationId xmlns:a16="http://schemas.microsoft.com/office/drawing/2014/main" id="{72C79A00-40D2-4825-9685-8527FB3B2262}"/>
              </a:ext>
            </a:extLst>
          </p:cNvPr>
          <p:cNvSpPr>
            <a:spLocks noGrp="1"/>
          </p:cNvSpPr>
          <p:nvPr/>
        </p:nvSpPr>
        <p:spPr>
          <a:xfrm>
            <a:off x="685800" y="942975"/>
            <a:ext cx="9906000" cy="552450"/>
          </a:xfrm>
          <a:prstGeom prst="rect">
            <a:avLst/>
          </a:prstGeom>
          <a:noFill/>
          <a:ln w="0">
            <a:noFill/>
            <a:prstDash val="solid"/>
          </a:ln>
        </p:spPr>
        <p:txBody>
          <a:bodyPr wrap="square" lIns="0" tIns="0" rIns="0" bIns="0" anchor="t">
            <a:normAutofit/>
          </a:bodyPr>
          <a:lstStyle/>
          <a:p>
            <a:pPr algn="l">
              <a:lnSpc>
                <a:spcPct val="100000"/>
              </a:lnSpc>
              <a:buNone/>
              <a:defRPr sz="3600" b="1">
                <a:solidFill>
                  <a:srgbClr val="F26A3D"/>
                </a:solidFill>
                <a:latin typeface="Aptos Display"/>
                <a:ea typeface="Aptos Display"/>
                <a:cs typeface="Aptos Display"/>
              </a:defRPr>
            </a:pPr>
            <a:r>
              <a:rPr sz="3600" b="1">
                <a:solidFill>
                  <a:srgbClr val="F26A3D"/>
                </a:solidFill>
                <a:latin typeface="Aptos Display"/>
                <a:ea typeface="Aptos Display"/>
                <a:cs typeface="Aptos Display"/>
              </a:rPr>
              <a:t>Real projects teach engineering.</a:t>
            </a:r>
          </a:p>
        </p:txBody>
      </p:sp>
      <p:sp>
        <p:nvSpPr>
          <p:cNvPr id="31" name="headline-rule">
            <a:extLst>
              <a:ext uri="{FF2B5EF4-FFF2-40B4-BE49-F238E27FC236}">
                <a16:creationId xmlns:a16="http://schemas.microsoft.com/office/drawing/2014/main" id="{B8DD2F0F-6BB7-4C62-92E5-47459664546D}"/>
              </a:ext>
            </a:extLst>
          </p:cNvPr>
          <p:cNvSpPr>
            <a:spLocks noGrp="1"/>
          </p:cNvSpPr>
          <p:nvPr/>
        </p:nvSpPr>
        <p:spPr>
          <a:xfrm>
            <a:off x="685800" y="1571625"/>
            <a:ext cx="10820400" cy="0"/>
          </a:xfrm>
          <a:prstGeom prst="line">
            <a:avLst/>
          </a:prstGeom>
          <a:noFill/>
          <a:ln w="19050">
            <a:solidFill>
              <a:srgbClr val="0A2A43"/>
            </a:solidFill>
            <a:prstDash val="solid"/>
          </a:ln>
        </p:spPr>
        <p:txBody>
          <a:bodyPr/>
          <a:lstStyle/>
          <a:p>
            <a:endParaRPr lang="en-IN"/>
          </a:p>
        </p:txBody>
      </p:sp>
      <p:sp>
        <p:nvSpPr>
          <p:cNvPr id="34" name="tutorial-kicker">
            <a:extLst>
              <a:ext uri="{FF2B5EF4-FFF2-40B4-BE49-F238E27FC236}">
                <a16:creationId xmlns:a16="http://schemas.microsoft.com/office/drawing/2014/main" id="{9E6AE114-6E74-4060-B5CA-AC87C358F9F4}"/>
              </a:ext>
            </a:extLst>
          </p:cNvPr>
          <p:cNvSpPr>
            <a:spLocks noGrp="1"/>
          </p:cNvSpPr>
          <p:nvPr/>
        </p:nvSpPr>
        <p:spPr>
          <a:xfrm>
            <a:off x="685800" y="4333875"/>
            <a:ext cx="2095500" cy="22860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a:solidFill>
                  <a:srgbClr val="F26A3D"/>
                </a:solidFill>
                <a:latin typeface="Aptos"/>
                <a:ea typeface="Aptos"/>
                <a:cs typeface="Aptos"/>
              </a:rPr>
              <a:t>TOY TUTORIALS</a:t>
            </a:r>
          </a:p>
        </p:txBody>
      </p:sp>
      <p:sp>
        <p:nvSpPr>
          <p:cNvPr id="35" name="tutorial-caption">
            <a:extLst>
              <a:ext uri="{FF2B5EF4-FFF2-40B4-BE49-F238E27FC236}">
                <a16:creationId xmlns:a16="http://schemas.microsoft.com/office/drawing/2014/main" id="{D998AA1E-1D7E-4177-8318-D3DFEB0A9CF7}"/>
              </a:ext>
            </a:extLst>
          </p:cNvPr>
          <p:cNvSpPr>
            <a:spLocks noGrp="1"/>
          </p:cNvSpPr>
          <p:nvPr/>
        </p:nvSpPr>
        <p:spPr>
          <a:xfrm>
            <a:off x="685800" y="4629150"/>
            <a:ext cx="3048000" cy="685800"/>
          </a:xfrm>
          <a:prstGeom prst="rect">
            <a:avLst/>
          </a:prstGeom>
          <a:noFill/>
          <a:ln w="0">
            <a:noFill/>
            <a:prstDash val="solid"/>
          </a:ln>
        </p:spPr>
        <p:txBody>
          <a:bodyPr wrap="square" lIns="0" tIns="0" rIns="0" bIns="0" anchor="t">
            <a:normAutofit/>
          </a:bodyPr>
          <a:lstStyle/>
          <a:p>
            <a:pPr algn="l">
              <a:lnSpc>
                <a:spcPct val="105000"/>
              </a:lnSpc>
              <a:buNone/>
              <a:defRPr sz="1875" b="1">
                <a:solidFill>
                  <a:srgbClr val="0A2A43"/>
                </a:solidFill>
                <a:latin typeface="Aptos Display"/>
                <a:ea typeface="Aptos Display"/>
                <a:cs typeface="Aptos Display"/>
              </a:defRPr>
            </a:pPr>
            <a:r>
              <a:rPr sz="1875" b="1">
                <a:solidFill>
                  <a:srgbClr val="0A2A43"/>
                </a:solidFill>
                <a:latin typeface="Aptos Display"/>
                <a:ea typeface="Aptos Display"/>
                <a:cs typeface="Aptos Display"/>
              </a:rPr>
              <a:t>Useful for syntax.</a:t>
            </a:r>
          </a:p>
          <a:p>
            <a:pPr algn="l">
              <a:lnSpc>
                <a:spcPct val="105000"/>
              </a:lnSpc>
              <a:buNone/>
              <a:defRPr sz="1875" b="1">
                <a:solidFill>
                  <a:srgbClr val="0A2A43"/>
                </a:solidFill>
                <a:latin typeface="Aptos Display"/>
                <a:ea typeface="Aptos Display"/>
                <a:cs typeface="Aptos Display"/>
              </a:defRPr>
            </a:pPr>
            <a:r>
              <a:rPr sz="1875" b="1">
                <a:solidFill>
                  <a:srgbClr val="0A2A43"/>
                </a:solidFill>
                <a:latin typeface="Aptos Display"/>
                <a:ea typeface="Aptos Display"/>
                <a:cs typeface="Aptos Display"/>
              </a:rPr>
              <a:t>Too clean for reality.</a:t>
            </a:r>
          </a:p>
        </p:txBody>
      </p:sp>
      <p:sp>
        <p:nvSpPr>
          <p:cNvPr id="36" name="gap-kicker">
            <a:extLst>
              <a:ext uri="{FF2B5EF4-FFF2-40B4-BE49-F238E27FC236}">
                <a16:creationId xmlns:a16="http://schemas.microsoft.com/office/drawing/2014/main" id="{780DEE3E-D084-4BBE-A93A-0B04DA399CFA}"/>
              </a:ext>
            </a:extLst>
          </p:cNvPr>
          <p:cNvSpPr>
            <a:spLocks noGrp="1"/>
          </p:cNvSpPr>
          <p:nvPr/>
        </p:nvSpPr>
        <p:spPr>
          <a:xfrm>
            <a:off x="4457700" y="1943100"/>
            <a:ext cx="2762250" cy="22860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a:solidFill>
                  <a:srgbClr val="F26A3D"/>
                </a:solidFill>
                <a:latin typeface="Aptos"/>
                <a:ea typeface="Aptos"/>
                <a:cs typeface="Aptos"/>
              </a:rPr>
              <a:t>THE MISSING WORK</a:t>
            </a:r>
          </a:p>
        </p:txBody>
      </p:sp>
      <p:sp>
        <p:nvSpPr>
          <p:cNvPr id="37" name="num-01">
            <a:extLst>
              <a:ext uri="{FF2B5EF4-FFF2-40B4-BE49-F238E27FC236}">
                <a16:creationId xmlns:a16="http://schemas.microsoft.com/office/drawing/2014/main" id="{A8B0E7D0-5985-432E-B5D7-792D5104C231}"/>
              </a:ext>
            </a:extLst>
          </p:cNvPr>
          <p:cNvSpPr>
            <a:spLocks noGrp="1"/>
          </p:cNvSpPr>
          <p:nvPr/>
        </p:nvSpPr>
        <p:spPr>
          <a:xfrm>
            <a:off x="4457700" y="2343150"/>
            <a:ext cx="400050" cy="22860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a:solidFill>
                  <a:srgbClr val="F26A3D"/>
                </a:solidFill>
                <a:latin typeface="Aptos"/>
                <a:ea typeface="Aptos"/>
                <a:cs typeface="Aptos"/>
              </a:rPr>
              <a:t>01</a:t>
            </a:r>
          </a:p>
        </p:txBody>
      </p:sp>
      <p:sp>
        <p:nvSpPr>
          <p:cNvPr id="38" name="verb-01">
            <a:extLst>
              <a:ext uri="{FF2B5EF4-FFF2-40B4-BE49-F238E27FC236}">
                <a16:creationId xmlns:a16="http://schemas.microsoft.com/office/drawing/2014/main" id="{5EE51C86-4971-4EB0-B9D9-956482193EC1}"/>
              </a:ext>
            </a:extLst>
          </p:cNvPr>
          <p:cNvSpPr>
            <a:spLocks noGrp="1"/>
          </p:cNvSpPr>
          <p:nvPr/>
        </p:nvSpPr>
        <p:spPr>
          <a:xfrm>
            <a:off x="4914900" y="2314575"/>
            <a:ext cx="2095500" cy="304800"/>
          </a:xfrm>
          <a:prstGeom prst="rect">
            <a:avLst/>
          </a:prstGeom>
          <a:noFill/>
          <a:ln w="0">
            <a:noFill/>
            <a:prstDash val="solid"/>
          </a:ln>
        </p:spPr>
        <p:txBody>
          <a:bodyPr wrap="square" lIns="0" tIns="0" rIns="0" bIns="0" anchor="t">
            <a:normAutofit/>
          </a:bodyPr>
          <a:lstStyle/>
          <a:p>
            <a:pPr algn="l">
              <a:lnSpc>
                <a:spcPct val="100000"/>
              </a:lnSpc>
              <a:buNone/>
              <a:defRPr sz="1950" b="1">
                <a:solidFill>
                  <a:srgbClr val="0A2A43"/>
                </a:solidFill>
                <a:latin typeface="Aptos Display"/>
                <a:ea typeface="Aptos Display"/>
                <a:cs typeface="Aptos Display"/>
              </a:defRPr>
            </a:pPr>
            <a:r>
              <a:rPr sz="1950" b="1">
                <a:solidFill>
                  <a:srgbClr val="0A2A43"/>
                </a:solidFill>
                <a:latin typeface="Aptos Display"/>
                <a:ea typeface="Aptos Display"/>
                <a:cs typeface="Aptos Display"/>
              </a:rPr>
              <a:t>INTERPRET</a:t>
            </a:r>
          </a:p>
        </p:txBody>
      </p:sp>
      <p:sp>
        <p:nvSpPr>
          <p:cNvPr id="39" name="desc-01">
            <a:extLst>
              <a:ext uri="{FF2B5EF4-FFF2-40B4-BE49-F238E27FC236}">
                <a16:creationId xmlns:a16="http://schemas.microsoft.com/office/drawing/2014/main" id="{6940A332-B433-4469-BC60-147046BACA50}"/>
              </a:ext>
            </a:extLst>
          </p:cNvPr>
          <p:cNvSpPr>
            <a:spLocks noGrp="1"/>
          </p:cNvSpPr>
          <p:nvPr/>
        </p:nvSpPr>
        <p:spPr>
          <a:xfrm>
            <a:off x="4914900" y="2657475"/>
            <a:ext cx="2362200" cy="514350"/>
          </a:xfrm>
          <a:prstGeom prst="rect">
            <a:avLst/>
          </a:prstGeom>
          <a:noFill/>
          <a:ln w="0">
            <a:noFill/>
            <a:prstDash val="solid"/>
          </a:ln>
        </p:spPr>
        <p:txBody>
          <a:bodyPr wrap="square" lIns="0" tIns="0" rIns="0" bIns="0" anchor="t">
            <a:normAutofit fontScale="92597"/>
          </a:bodyPr>
          <a:lstStyle/>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Find the business rule</a:t>
            </a:r>
          </a:p>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inside a vague requirement.</a:t>
            </a:r>
          </a:p>
        </p:txBody>
      </p:sp>
      <p:sp>
        <p:nvSpPr>
          <p:cNvPr id="40" name="verb-rule-01">
            <a:extLst>
              <a:ext uri="{FF2B5EF4-FFF2-40B4-BE49-F238E27FC236}">
                <a16:creationId xmlns:a16="http://schemas.microsoft.com/office/drawing/2014/main" id="{963E48A3-BC6D-4801-9A83-69F159F78A4C}"/>
              </a:ext>
            </a:extLst>
          </p:cNvPr>
          <p:cNvSpPr>
            <a:spLocks noGrp="1"/>
          </p:cNvSpPr>
          <p:nvPr/>
        </p:nvSpPr>
        <p:spPr>
          <a:xfrm>
            <a:off x="4457700" y="3276600"/>
            <a:ext cx="2819400" cy="0"/>
          </a:xfrm>
          <a:prstGeom prst="line">
            <a:avLst/>
          </a:prstGeom>
          <a:noFill/>
          <a:ln w="9525">
            <a:solidFill>
              <a:srgbClr val="0A2A43">
                <a:alpha val="28000"/>
              </a:srgbClr>
            </a:solidFill>
            <a:prstDash val="solid"/>
          </a:ln>
        </p:spPr>
        <p:txBody>
          <a:bodyPr/>
          <a:lstStyle/>
          <a:p>
            <a:endParaRPr lang="en-IN"/>
          </a:p>
        </p:txBody>
      </p:sp>
      <p:sp>
        <p:nvSpPr>
          <p:cNvPr id="41" name="num-02">
            <a:extLst>
              <a:ext uri="{FF2B5EF4-FFF2-40B4-BE49-F238E27FC236}">
                <a16:creationId xmlns:a16="http://schemas.microsoft.com/office/drawing/2014/main" id="{E42E3B6B-0A50-41AA-9DA6-B969A53E0BD8}"/>
              </a:ext>
            </a:extLst>
          </p:cNvPr>
          <p:cNvSpPr>
            <a:spLocks noGrp="1"/>
          </p:cNvSpPr>
          <p:nvPr/>
        </p:nvSpPr>
        <p:spPr>
          <a:xfrm>
            <a:off x="4457700" y="3543300"/>
            <a:ext cx="400050" cy="22860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a:solidFill>
                  <a:srgbClr val="F26A3D"/>
                </a:solidFill>
                <a:latin typeface="Aptos"/>
                <a:ea typeface="Aptos"/>
                <a:cs typeface="Aptos"/>
              </a:rPr>
              <a:t>02</a:t>
            </a:r>
          </a:p>
        </p:txBody>
      </p:sp>
      <p:sp>
        <p:nvSpPr>
          <p:cNvPr id="42" name="verb-02">
            <a:extLst>
              <a:ext uri="{FF2B5EF4-FFF2-40B4-BE49-F238E27FC236}">
                <a16:creationId xmlns:a16="http://schemas.microsoft.com/office/drawing/2014/main" id="{F72DBD3A-6DA1-485B-8987-BA27B2B9E6DC}"/>
              </a:ext>
            </a:extLst>
          </p:cNvPr>
          <p:cNvSpPr>
            <a:spLocks noGrp="1"/>
          </p:cNvSpPr>
          <p:nvPr/>
        </p:nvSpPr>
        <p:spPr>
          <a:xfrm>
            <a:off x="4914900" y="3514725"/>
            <a:ext cx="2095500" cy="304800"/>
          </a:xfrm>
          <a:prstGeom prst="rect">
            <a:avLst/>
          </a:prstGeom>
          <a:noFill/>
          <a:ln w="0">
            <a:noFill/>
            <a:prstDash val="solid"/>
          </a:ln>
        </p:spPr>
        <p:txBody>
          <a:bodyPr wrap="square" lIns="0" tIns="0" rIns="0" bIns="0" anchor="t">
            <a:normAutofit/>
          </a:bodyPr>
          <a:lstStyle/>
          <a:p>
            <a:pPr algn="l">
              <a:lnSpc>
                <a:spcPct val="100000"/>
              </a:lnSpc>
              <a:buNone/>
              <a:defRPr sz="1950" b="1">
                <a:solidFill>
                  <a:srgbClr val="0A2A43"/>
                </a:solidFill>
                <a:latin typeface="Aptos Display"/>
                <a:ea typeface="Aptos Display"/>
                <a:cs typeface="Aptos Display"/>
              </a:defRPr>
            </a:pPr>
            <a:r>
              <a:rPr sz="1950" b="1">
                <a:solidFill>
                  <a:srgbClr val="0A2A43"/>
                </a:solidFill>
                <a:latin typeface="Aptos Display"/>
                <a:ea typeface="Aptos Display"/>
                <a:cs typeface="Aptos Display"/>
              </a:rPr>
              <a:t>DESIGN</a:t>
            </a:r>
          </a:p>
        </p:txBody>
      </p:sp>
      <p:sp>
        <p:nvSpPr>
          <p:cNvPr id="43" name="desc-02">
            <a:extLst>
              <a:ext uri="{FF2B5EF4-FFF2-40B4-BE49-F238E27FC236}">
                <a16:creationId xmlns:a16="http://schemas.microsoft.com/office/drawing/2014/main" id="{0B2F7512-153A-4028-9AC9-62D570F0B4A9}"/>
              </a:ext>
            </a:extLst>
          </p:cNvPr>
          <p:cNvSpPr>
            <a:spLocks noGrp="1"/>
          </p:cNvSpPr>
          <p:nvPr/>
        </p:nvSpPr>
        <p:spPr>
          <a:xfrm>
            <a:off x="4914900" y="3857625"/>
            <a:ext cx="2362200" cy="5143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Model data that survives</a:t>
            </a:r>
          </a:p>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change and correction.</a:t>
            </a:r>
          </a:p>
        </p:txBody>
      </p:sp>
      <p:sp>
        <p:nvSpPr>
          <p:cNvPr id="44" name="verb-rule-02">
            <a:extLst>
              <a:ext uri="{FF2B5EF4-FFF2-40B4-BE49-F238E27FC236}">
                <a16:creationId xmlns:a16="http://schemas.microsoft.com/office/drawing/2014/main" id="{9345A74F-092A-422D-96E6-CC57884B26B9}"/>
              </a:ext>
            </a:extLst>
          </p:cNvPr>
          <p:cNvSpPr>
            <a:spLocks noGrp="1"/>
          </p:cNvSpPr>
          <p:nvPr/>
        </p:nvSpPr>
        <p:spPr>
          <a:xfrm>
            <a:off x="4457700" y="4476750"/>
            <a:ext cx="2819400" cy="0"/>
          </a:xfrm>
          <a:prstGeom prst="line">
            <a:avLst/>
          </a:prstGeom>
          <a:noFill/>
          <a:ln w="9525">
            <a:solidFill>
              <a:srgbClr val="0A2A43">
                <a:alpha val="28000"/>
              </a:srgbClr>
            </a:solidFill>
            <a:prstDash val="solid"/>
          </a:ln>
        </p:spPr>
        <p:txBody>
          <a:bodyPr/>
          <a:lstStyle/>
          <a:p>
            <a:endParaRPr lang="en-IN"/>
          </a:p>
        </p:txBody>
      </p:sp>
      <p:sp>
        <p:nvSpPr>
          <p:cNvPr id="45" name="num-03">
            <a:extLst>
              <a:ext uri="{FF2B5EF4-FFF2-40B4-BE49-F238E27FC236}">
                <a16:creationId xmlns:a16="http://schemas.microsoft.com/office/drawing/2014/main" id="{C56CA0C4-493F-4EDB-8831-AE2185A99CAF}"/>
              </a:ext>
            </a:extLst>
          </p:cNvPr>
          <p:cNvSpPr>
            <a:spLocks noGrp="1"/>
          </p:cNvSpPr>
          <p:nvPr/>
        </p:nvSpPr>
        <p:spPr>
          <a:xfrm>
            <a:off x="4457700" y="4743450"/>
            <a:ext cx="400050" cy="22860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F26A3D"/>
                </a:solidFill>
                <a:latin typeface="Aptos"/>
                <a:ea typeface="Aptos"/>
                <a:cs typeface="Aptos"/>
              </a:defRPr>
            </a:pPr>
            <a:r>
              <a:rPr sz="1275" b="1">
                <a:solidFill>
                  <a:srgbClr val="F26A3D"/>
                </a:solidFill>
                <a:latin typeface="Aptos"/>
                <a:ea typeface="Aptos"/>
                <a:cs typeface="Aptos"/>
              </a:rPr>
              <a:t>03</a:t>
            </a:r>
          </a:p>
        </p:txBody>
      </p:sp>
      <p:sp>
        <p:nvSpPr>
          <p:cNvPr id="46" name="verb-03">
            <a:extLst>
              <a:ext uri="{FF2B5EF4-FFF2-40B4-BE49-F238E27FC236}">
                <a16:creationId xmlns:a16="http://schemas.microsoft.com/office/drawing/2014/main" id="{0118BBBD-DA45-4470-A5C1-2AE1B4C63E51}"/>
              </a:ext>
            </a:extLst>
          </p:cNvPr>
          <p:cNvSpPr>
            <a:spLocks noGrp="1"/>
          </p:cNvSpPr>
          <p:nvPr/>
        </p:nvSpPr>
        <p:spPr>
          <a:xfrm>
            <a:off x="4914900" y="4714875"/>
            <a:ext cx="2095500" cy="304800"/>
          </a:xfrm>
          <a:prstGeom prst="rect">
            <a:avLst/>
          </a:prstGeom>
          <a:noFill/>
          <a:ln w="0">
            <a:noFill/>
            <a:prstDash val="solid"/>
          </a:ln>
        </p:spPr>
        <p:txBody>
          <a:bodyPr wrap="square" lIns="0" tIns="0" rIns="0" bIns="0" anchor="t">
            <a:normAutofit/>
          </a:bodyPr>
          <a:lstStyle/>
          <a:p>
            <a:pPr algn="l">
              <a:lnSpc>
                <a:spcPct val="100000"/>
              </a:lnSpc>
              <a:buNone/>
              <a:defRPr sz="1950" b="1">
                <a:solidFill>
                  <a:srgbClr val="0A2A43"/>
                </a:solidFill>
                <a:latin typeface="Aptos Display"/>
                <a:ea typeface="Aptos Display"/>
                <a:cs typeface="Aptos Display"/>
              </a:defRPr>
            </a:pPr>
            <a:r>
              <a:rPr sz="1950" b="1">
                <a:solidFill>
                  <a:srgbClr val="0A2A43"/>
                </a:solidFill>
                <a:latin typeface="Aptos Display"/>
                <a:ea typeface="Aptos Display"/>
                <a:cs typeface="Aptos Display"/>
              </a:rPr>
              <a:t>PROVE</a:t>
            </a:r>
          </a:p>
        </p:txBody>
      </p:sp>
      <p:sp>
        <p:nvSpPr>
          <p:cNvPr id="47" name="desc-03">
            <a:extLst>
              <a:ext uri="{FF2B5EF4-FFF2-40B4-BE49-F238E27FC236}">
                <a16:creationId xmlns:a16="http://schemas.microsoft.com/office/drawing/2014/main" id="{EF673461-85E3-4098-9C3C-AB014EB4F91F}"/>
              </a:ext>
            </a:extLst>
          </p:cNvPr>
          <p:cNvSpPr>
            <a:spLocks noGrp="1"/>
          </p:cNvSpPr>
          <p:nvPr/>
        </p:nvSpPr>
        <p:spPr>
          <a:xfrm>
            <a:off x="4914900" y="5057775"/>
            <a:ext cx="2362200" cy="5143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Test behavior — don’t</a:t>
            </a:r>
          </a:p>
          <a:p>
            <a:pPr algn="l">
              <a:lnSpc>
                <a:spcPct val="108000"/>
              </a:lnSpc>
              <a:buNone/>
              <a:defRPr sz="1425" b="0">
                <a:solidFill>
                  <a:srgbClr val="17384F"/>
                </a:solidFill>
                <a:latin typeface="Aptos"/>
                <a:ea typeface="Aptos"/>
                <a:cs typeface="Aptos"/>
              </a:defRPr>
            </a:pPr>
            <a:r>
              <a:rPr sz="1425" b="0">
                <a:solidFill>
                  <a:srgbClr val="17384F"/>
                </a:solidFill>
                <a:latin typeface="Aptos"/>
                <a:ea typeface="Aptos"/>
                <a:cs typeface="Aptos"/>
              </a:rPr>
              <a:t>assume it works.</a:t>
            </a:r>
          </a:p>
        </p:txBody>
      </p:sp>
      <p:sp>
        <p:nvSpPr>
          <p:cNvPr id="50" name="requirements-caption-wash">
            <a:extLst>
              <a:ext uri="{FF2B5EF4-FFF2-40B4-BE49-F238E27FC236}">
                <a16:creationId xmlns:a16="http://schemas.microsoft.com/office/drawing/2014/main" id="{9C217F69-BAA8-4CD7-B221-B1039A829A16}"/>
              </a:ext>
            </a:extLst>
          </p:cNvPr>
          <p:cNvSpPr>
            <a:spLocks noGrp="1"/>
          </p:cNvSpPr>
          <p:nvPr/>
        </p:nvSpPr>
        <p:spPr>
          <a:xfrm>
            <a:off x="7810500" y="4972050"/>
            <a:ext cx="3695700" cy="647700"/>
          </a:xfrm>
          <a:prstGeom prst="rect">
            <a:avLst/>
          </a:prstGeom>
          <a:solidFill>
            <a:srgbClr val="0A2A43">
              <a:alpha val="90000"/>
            </a:srgbClr>
          </a:solidFill>
          <a:ln w="0">
            <a:noFill/>
            <a:prstDash val="solid"/>
          </a:ln>
        </p:spPr>
        <p:txBody>
          <a:bodyPr/>
          <a:lstStyle/>
          <a:p>
            <a:endParaRPr lang="en-IN"/>
          </a:p>
        </p:txBody>
      </p:sp>
      <p:sp>
        <p:nvSpPr>
          <p:cNvPr id="51" name="requirements-caption">
            <a:extLst>
              <a:ext uri="{FF2B5EF4-FFF2-40B4-BE49-F238E27FC236}">
                <a16:creationId xmlns:a16="http://schemas.microsoft.com/office/drawing/2014/main" id="{9BBA2132-AB8C-4ED3-8C5E-B27DFE92EB51}"/>
              </a:ext>
            </a:extLst>
          </p:cNvPr>
          <p:cNvSpPr>
            <a:spLocks noGrp="1"/>
          </p:cNvSpPr>
          <p:nvPr/>
        </p:nvSpPr>
        <p:spPr>
          <a:xfrm>
            <a:off x="8020050" y="5067300"/>
            <a:ext cx="3238500" cy="457200"/>
          </a:xfrm>
          <a:prstGeom prst="rect">
            <a:avLst/>
          </a:prstGeom>
          <a:noFill/>
          <a:ln w="0">
            <a:noFill/>
            <a:prstDash val="solid"/>
          </a:ln>
        </p:spPr>
        <p:txBody>
          <a:bodyPr wrap="square" lIns="0" tIns="0" rIns="0" bIns="0" anchor="t">
            <a:normAutofit/>
          </a:bodyPr>
          <a:lstStyle/>
          <a:p>
            <a:pPr algn="l">
              <a:lnSpc>
                <a:spcPct val="9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REAL REQUIREMENTS</a:t>
            </a:r>
          </a:p>
          <a:p>
            <a:pPr algn="l">
              <a:lnSpc>
                <a:spcPct val="95000"/>
              </a:lnSpc>
              <a:buNone/>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MESSY BY DEFAULT</a:t>
            </a:r>
          </a:p>
        </p:txBody>
      </p:sp>
      <p:sp>
        <p:nvSpPr>
          <p:cNvPr id="52" name="closing-line">
            <a:extLst>
              <a:ext uri="{FF2B5EF4-FFF2-40B4-BE49-F238E27FC236}">
                <a16:creationId xmlns:a16="http://schemas.microsoft.com/office/drawing/2014/main" id="{52C76598-2B35-40CA-835C-EAB44293EA85}"/>
              </a:ext>
            </a:extLst>
          </p:cNvPr>
          <p:cNvSpPr>
            <a:spLocks noGrp="1"/>
          </p:cNvSpPr>
          <p:nvPr/>
        </p:nvSpPr>
        <p:spPr>
          <a:xfrm>
            <a:off x="685800" y="6029325"/>
            <a:ext cx="10001250" cy="323850"/>
          </a:xfrm>
          <a:prstGeom prst="rect">
            <a:avLst/>
          </a:prstGeom>
          <a:noFill/>
          <a:ln w="0">
            <a:noFill/>
            <a:prstDash val="solid"/>
          </a:ln>
        </p:spPr>
        <p:txBody>
          <a:bodyPr wrap="square" lIns="0" tIns="0" rIns="0" bIns="0" anchor="t">
            <a:normAutofit/>
          </a:bodyPr>
          <a:lstStyle/>
          <a:p>
            <a:pPr algn="l">
              <a:lnSpc>
                <a:spcPct val="100000"/>
              </a:lnSpc>
              <a:buNone/>
              <a:defRPr sz="1875" b="1">
                <a:solidFill>
                  <a:srgbClr val="0A2A43"/>
                </a:solidFill>
                <a:latin typeface="Aptos Display"/>
                <a:ea typeface="Aptos Display"/>
                <a:cs typeface="Aptos Display"/>
              </a:defRPr>
            </a:pPr>
            <a:r>
              <a:rPr sz="1875" b="1">
                <a:solidFill>
                  <a:srgbClr val="0A2A43"/>
                </a:solidFill>
                <a:latin typeface="Aptos Display"/>
                <a:ea typeface="Aptos Display"/>
                <a:cs typeface="Aptos Display"/>
              </a:rPr>
              <a:t>That’s engineering — and it’s what this channel is built around.</a:t>
            </a:r>
          </a:p>
        </p:txBody>
      </p:sp>
      <p:sp>
        <p:nvSpPr>
          <p:cNvPr id="53" name="slide-no">
            <a:extLst>
              <a:ext uri="{FF2B5EF4-FFF2-40B4-BE49-F238E27FC236}">
                <a16:creationId xmlns:a16="http://schemas.microsoft.com/office/drawing/2014/main" id="{FF9658F8-0DBA-4ABA-8477-AF0AA242CE39}"/>
              </a:ext>
            </a:extLst>
          </p:cNvPr>
          <p:cNvSpPr>
            <a:spLocks noGrp="1"/>
          </p:cNvSpPr>
          <p:nvPr/>
        </p:nvSpPr>
        <p:spPr>
          <a:xfrm>
            <a:off x="11125200" y="6115050"/>
            <a:ext cx="381000" cy="209550"/>
          </a:xfrm>
          <a:prstGeom prst="rect">
            <a:avLst/>
          </a:prstGeom>
          <a:noFill/>
          <a:ln w="0">
            <a:noFill/>
            <a:prstDash val="solid"/>
          </a:ln>
        </p:spPr>
        <p:txBody>
          <a:bodyPr wrap="square" lIns="0" tIns="0" rIns="0" bIns="0" anchor="t">
            <a:normAutofit/>
          </a:bodyPr>
          <a:lstStyle/>
          <a:p>
            <a:pPr algn="r">
              <a:lnSpc>
                <a:spcPct val="100000"/>
              </a:lnSpc>
              <a:buNone/>
              <a:defRPr sz="1200" b="1">
                <a:solidFill>
                  <a:srgbClr val="F26A3D"/>
                </a:solidFill>
                <a:latin typeface="Aptos"/>
                <a:ea typeface="Aptos"/>
                <a:cs typeface="Aptos"/>
              </a:defRPr>
            </a:pPr>
            <a:r>
              <a:rPr sz="1200" b="1">
                <a:solidFill>
                  <a:srgbClr val="F26A3D"/>
                </a:solidFill>
                <a:latin typeface="Aptos"/>
                <a:ea typeface="Aptos"/>
                <a:cs typeface="Aptos"/>
              </a:rPr>
              <a:t>02</a:t>
            </a:r>
          </a:p>
        </p:txBody>
      </p:sp>
      <p:pic>
        <p:nvPicPr>
          <p:cNvPr id="58" name="Picture 57">
            <a:extLst>
              <a:ext uri="{FF2B5EF4-FFF2-40B4-BE49-F238E27FC236}">
                <a16:creationId xmlns:a16="http://schemas.microsoft.com/office/drawing/2014/main" id="{3A03EF5F-B960-8E35-B435-204E981251A8}"/>
              </a:ext>
            </a:extLst>
          </p:cNvPr>
          <p:cNvPicPr>
            <a:picLocks noChangeAspect="1"/>
          </p:cNvPicPr>
          <p:nvPr/>
        </p:nvPicPr>
        <p:blipFill>
          <a:blip r:embed="rId3">
            <a:alphaModFix amt="34000"/>
            <a:extLst>
              <a:ext uri="{BEBA8EAE-BF5A-486C-A8C5-ECC9F3942E4B}">
                <a14:imgProps xmlns:a14="http://schemas.microsoft.com/office/drawing/2010/main">
                  <a14:imgLayer r:embed="rId4">
                    <a14:imgEffect>
                      <a14:colorTemperature colorTemp="7771"/>
                    </a14:imgEffect>
                  </a14:imgLayer>
                </a14:imgProps>
              </a:ext>
            </a:extLst>
          </a:blip>
          <a:stretch>
            <a:fillRect/>
          </a:stretch>
        </p:blipFill>
        <p:spPr>
          <a:xfrm>
            <a:off x="619199" y="1647712"/>
            <a:ext cx="3333600" cy="265282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62" name="Picture 61">
            <a:extLst>
              <a:ext uri="{FF2B5EF4-FFF2-40B4-BE49-F238E27FC236}">
                <a16:creationId xmlns:a16="http://schemas.microsoft.com/office/drawing/2014/main" id="{84EBA4E3-9A25-4FEB-74DF-FD140EAFFF78}"/>
              </a:ext>
            </a:extLst>
          </p:cNvPr>
          <p:cNvPicPr>
            <a:picLocks noChangeAspect="1"/>
          </p:cNvPicPr>
          <p:nvPr/>
        </p:nvPicPr>
        <p:blipFill>
          <a:blip r:embed="rId5"/>
          <a:srcRect t="16667" b="16667"/>
          <a:stretch>
            <a:fillRect/>
          </a:stretch>
        </p:blipFill>
        <p:spPr>
          <a:xfrm>
            <a:off x="7810500" y="1924050"/>
            <a:ext cx="3695700" cy="3028951"/>
          </a:xfrm>
          <a:prstGeom prst="rect">
            <a:avLst/>
          </a:prstGeom>
        </p:spPr>
      </p:pic>
    </p:spTree>
    <p:extLst>
      <p:ext uri="{BB962C8B-B14F-4D97-AF65-F5344CB8AC3E}">
        <p14:creationId xmlns:p14="http://schemas.microsoft.com/office/powerpoint/2010/main" val="937711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a:extLst>
            <a:ext uri="{FF2B5EF4-FFF2-40B4-BE49-F238E27FC236}">
              <a16:creationId xmlns:a16="http://schemas.microsoft.com/office/drawing/2014/main" id="{58B6E0E3-2102-DA42-689B-74988C43D5F4}"/>
            </a:ext>
          </a:extLst>
        </p:cNvPr>
        <p:cNvGrpSpPr/>
        <p:nvPr/>
      </p:nvGrpSpPr>
      <p:grpSpPr>
        <a:xfrm>
          <a:off x="0" y="0"/>
          <a:ext cx="0" cy="0"/>
          <a:chOff x="0" y="0"/>
          <a:chExt cx="0" cy="0"/>
        </a:xfrm>
      </p:grpSpPr>
      <p:sp>
        <p:nvSpPr>
          <p:cNvPr id="2" name="Rectangle 1"/>
          <p:cNvSpPr/>
          <p:nvPr/>
        </p:nvSpPr>
        <p:spPr>
          <a:xfrm>
            <a:off x="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169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339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508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678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0847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017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3186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356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525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1695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7864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034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0203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6373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25428"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187123"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76169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52339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228508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304678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380847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457017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533186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09356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85525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1695" cy="17373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38912"/>
            <a:ext cx="8138160" cy="502920"/>
          </a:xfrm>
          <a:prstGeom prst="rect">
            <a:avLst/>
          </a:prstGeom>
          <a:noFill/>
        </p:spPr>
        <p:txBody>
          <a:bodyPr wrap="square" lIns="0" tIns="0" rIns="0" bIns="0" anchor="t">
            <a:noAutofit/>
          </a:bodyPr>
          <a:lstStyle/>
          <a:p>
            <a:pPr algn="l">
              <a:spcBef>
                <a:spcPts val="0"/>
              </a:spcBef>
              <a:spcAft>
                <a:spcPts val="0"/>
              </a:spcAft>
            </a:pPr>
            <a:r>
              <a:rPr sz="4500" b="1">
                <a:solidFill>
                  <a:srgbClr val="0A2A43"/>
                </a:solidFill>
                <a:latin typeface="Aptos Display"/>
              </a:rPr>
              <a:t>A real app has to survive</a:t>
            </a:r>
          </a:p>
        </p:txBody>
      </p:sp>
      <p:sp>
        <p:nvSpPr>
          <p:cNvPr id="31" name="TextBox 30"/>
          <p:cNvSpPr txBox="1"/>
          <p:nvPr/>
        </p:nvSpPr>
        <p:spPr>
          <a:xfrm>
            <a:off x="685800" y="932688"/>
            <a:ext cx="8778240" cy="530352"/>
          </a:xfrm>
          <a:prstGeom prst="rect">
            <a:avLst/>
          </a:prstGeom>
          <a:noFill/>
        </p:spPr>
        <p:txBody>
          <a:bodyPr wrap="square" lIns="0" tIns="0" rIns="0" bIns="0" anchor="t">
            <a:noAutofit/>
          </a:bodyPr>
          <a:lstStyle/>
          <a:p>
            <a:pPr algn="l">
              <a:spcBef>
                <a:spcPts val="0"/>
              </a:spcBef>
              <a:spcAft>
                <a:spcPts val="0"/>
              </a:spcAft>
            </a:pPr>
            <a:r>
              <a:rPr sz="4500" b="1">
                <a:solidFill>
                  <a:srgbClr val="F26A3D"/>
                </a:solidFill>
                <a:latin typeface="Aptos Display"/>
              </a:rPr>
              <a:t>real life.</a:t>
            </a:r>
          </a:p>
        </p:txBody>
      </p:sp>
      <p:sp>
        <p:nvSpPr>
          <p:cNvPr id="32" name="Rectangle 31"/>
          <p:cNvSpPr/>
          <p:nvPr/>
        </p:nvSpPr>
        <p:spPr>
          <a:xfrm>
            <a:off x="685800" y="1572768"/>
            <a:ext cx="10817352" cy="2011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b3daa9042988d2f78d4ad9ff892d5f6a.jpg"/>
          <p:cNvPicPr>
            <a:picLocks noChangeAspect="1"/>
          </p:cNvPicPr>
          <p:nvPr/>
        </p:nvPicPr>
        <p:blipFill>
          <a:blip r:embed="rId3"/>
          <a:stretch>
            <a:fillRect/>
          </a:stretch>
        </p:blipFill>
        <p:spPr>
          <a:xfrm>
            <a:off x="685800" y="1847088"/>
            <a:ext cx="5349240" cy="3566160"/>
          </a:xfrm>
          <a:prstGeom prst="rect">
            <a:avLst/>
          </a:prstGeom>
        </p:spPr>
      </p:pic>
      <p:sp>
        <p:nvSpPr>
          <p:cNvPr id="34" name="Rectangle 33"/>
          <p:cNvSpPr/>
          <p:nvPr/>
        </p:nvSpPr>
        <p:spPr>
          <a:xfrm>
            <a:off x="685800" y="1847088"/>
            <a:ext cx="5349240" cy="3566160"/>
          </a:xfrm>
          <a:prstGeom prst="rect">
            <a:avLst/>
          </a:prstGeom>
          <a:no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85800" y="1847088"/>
            <a:ext cx="2377440" cy="347472"/>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1938528"/>
            <a:ext cx="2011680" cy="164592"/>
          </a:xfrm>
          <a:prstGeom prst="rect">
            <a:avLst/>
          </a:prstGeom>
          <a:noFill/>
        </p:spPr>
        <p:txBody>
          <a:bodyPr wrap="square" lIns="0" tIns="0" rIns="0" bIns="0" anchor="t">
            <a:noAutofit/>
          </a:bodyPr>
          <a:lstStyle/>
          <a:p>
            <a:pPr algn="l">
              <a:spcBef>
                <a:spcPts val="0"/>
              </a:spcBef>
              <a:spcAft>
                <a:spcPts val="0"/>
              </a:spcAft>
            </a:pPr>
            <a:r>
              <a:rPr sz="1300" b="1">
                <a:solidFill>
                  <a:srgbClr val="FFFFFF"/>
                </a:solidFill>
                <a:latin typeface="Aptos"/>
              </a:rPr>
              <a:t>REAL SOCIETY CONTEXT</a:t>
            </a:r>
          </a:p>
        </p:txBody>
      </p:sp>
      <p:pic>
        <p:nvPicPr>
          <p:cNvPr id="37" name="Picture 36" descr="image.png"/>
          <p:cNvPicPr>
            <a:picLocks noChangeAspect="1"/>
          </p:cNvPicPr>
          <p:nvPr/>
        </p:nvPicPr>
        <p:blipFill>
          <a:blip r:embed="rId4"/>
          <a:stretch>
            <a:fillRect/>
          </a:stretch>
        </p:blipFill>
        <p:spPr>
          <a:xfrm>
            <a:off x="1133856" y="3822191"/>
            <a:ext cx="4315968" cy="2295144"/>
          </a:xfrm>
          <a:prstGeom prst="rect">
            <a:avLst/>
          </a:prstGeom>
        </p:spPr>
      </p:pic>
      <p:sp>
        <p:nvSpPr>
          <p:cNvPr id="38" name="Rectangle 37"/>
          <p:cNvSpPr/>
          <p:nvPr/>
        </p:nvSpPr>
        <p:spPr>
          <a:xfrm>
            <a:off x="1133856" y="3822191"/>
            <a:ext cx="4315968" cy="2295144"/>
          </a:xfrm>
          <a:prstGeom prst="rect">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88720" y="6153912"/>
            <a:ext cx="3108960" cy="164592"/>
          </a:xfrm>
          <a:prstGeom prst="rect">
            <a:avLst/>
          </a:prstGeom>
          <a:noFill/>
        </p:spPr>
        <p:txBody>
          <a:bodyPr wrap="square" lIns="0" tIns="0" rIns="0" bIns="0" anchor="t">
            <a:noAutofit/>
          </a:bodyPr>
          <a:lstStyle/>
          <a:p>
            <a:pPr algn="l">
              <a:spcBef>
                <a:spcPts val="0"/>
              </a:spcBef>
              <a:spcAft>
                <a:spcPts val="0"/>
              </a:spcAft>
            </a:pPr>
            <a:r>
              <a:rPr sz="1200" b="1">
                <a:solidFill>
                  <a:srgbClr val="F26A3D"/>
                </a:solidFill>
                <a:latin typeface="Aptos"/>
              </a:rPr>
              <a:t>REAL APP • REAL RULES</a:t>
            </a:r>
          </a:p>
        </p:txBody>
      </p:sp>
      <p:sp>
        <p:nvSpPr>
          <p:cNvPr id="40" name="TextBox 39"/>
          <p:cNvSpPr txBox="1"/>
          <p:nvPr/>
        </p:nvSpPr>
        <p:spPr>
          <a:xfrm>
            <a:off x="6492240" y="1874519"/>
            <a:ext cx="1417320" cy="237744"/>
          </a:xfrm>
          <a:prstGeom prst="rect">
            <a:avLst/>
          </a:prstGeom>
          <a:noFill/>
        </p:spPr>
        <p:txBody>
          <a:bodyPr wrap="square" lIns="0" tIns="0" rIns="0" bIns="0" anchor="t">
            <a:noAutofit/>
          </a:bodyPr>
          <a:lstStyle/>
          <a:p>
            <a:pPr algn="l">
              <a:spcBef>
                <a:spcPts val="0"/>
              </a:spcBef>
              <a:spcAft>
                <a:spcPts val="0"/>
              </a:spcAft>
            </a:pPr>
            <a:r>
              <a:rPr sz="1600" b="1">
                <a:solidFill>
                  <a:srgbClr val="F26A3D"/>
                </a:solidFill>
                <a:latin typeface="Aptos"/>
              </a:rPr>
              <a:t>STRUCTURE</a:t>
            </a:r>
          </a:p>
        </p:txBody>
      </p:sp>
      <p:sp>
        <p:nvSpPr>
          <p:cNvPr id="41" name="TextBox 40"/>
          <p:cNvSpPr txBox="1"/>
          <p:nvPr/>
        </p:nvSpPr>
        <p:spPr>
          <a:xfrm>
            <a:off x="7818120" y="1847088"/>
            <a:ext cx="3291840" cy="310896"/>
          </a:xfrm>
          <a:prstGeom prst="rect">
            <a:avLst/>
          </a:prstGeom>
          <a:noFill/>
        </p:spPr>
        <p:txBody>
          <a:bodyPr wrap="square" lIns="0" tIns="0" rIns="0" bIns="0" anchor="t">
            <a:noAutofit/>
          </a:bodyPr>
          <a:lstStyle/>
          <a:p>
            <a:pPr algn="l">
              <a:spcBef>
                <a:spcPts val="0"/>
              </a:spcBef>
              <a:spcAft>
                <a:spcPts val="0"/>
              </a:spcAft>
            </a:pPr>
            <a:r>
              <a:rPr sz="2200" b="1">
                <a:solidFill>
                  <a:srgbClr val="0A2A43"/>
                </a:solidFill>
                <a:latin typeface="Aptos Display"/>
              </a:rPr>
              <a:t>Blocks, units, owners, residents</a:t>
            </a:r>
          </a:p>
        </p:txBody>
      </p:sp>
      <p:sp>
        <p:nvSpPr>
          <p:cNvPr id="42" name="Rectangle 41"/>
          <p:cNvSpPr/>
          <p:nvPr/>
        </p:nvSpPr>
        <p:spPr>
          <a:xfrm>
            <a:off x="6492240" y="2267712"/>
            <a:ext cx="4754880" cy="10972"/>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92240" y="2514600"/>
            <a:ext cx="1417320" cy="237744"/>
          </a:xfrm>
          <a:prstGeom prst="rect">
            <a:avLst/>
          </a:prstGeom>
          <a:noFill/>
        </p:spPr>
        <p:txBody>
          <a:bodyPr wrap="square" lIns="0" tIns="0" rIns="0" bIns="0" anchor="t">
            <a:noAutofit/>
          </a:bodyPr>
          <a:lstStyle/>
          <a:p>
            <a:pPr algn="l">
              <a:spcBef>
                <a:spcPts val="0"/>
              </a:spcBef>
              <a:spcAft>
                <a:spcPts val="0"/>
              </a:spcAft>
            </a:pPr>
            <a:r>
              <a:rPr sz="1600" b="1">
                <a:solidFill>
                  <a:srgbClr val="F26A3D"/>
                </a:solidFill>
                <a:latin typeface="Aptos"/>
              </a:rPr>
              <a:t>HISTORY</a:t>
            </a:r>
          </a:p>
        </p:txBody>
      </p:sp>
      <p:sp>
        <p:nvSpPr>
          <p:cNvPr id="44" name="TextBox 43"/>
          <p:cNvSpPr txBox="1"/>
          <p:nvPr/>
        </p:nvSpPr>
        <p:spPr>
          <a:xfrm>
            <a:off x="7818120" y="2487168"/>
            <a:ext cx="3291840" cy="310896"/>
          </a:xfrm>
          <a:prstGeom prst="rect">
            <a:avLst/>
          </a:prstGeom>
          <a:noFill/>
        </p:spPr>
        <p:txBody>
          <a:bodyPr wrap="square" lIns="0" tIns="0" rIns="0" bIns="0" anchor="t">
            <a:noAutofit/>
          </a:bodyPr>
          <a:lstStyle/>
          <a:p>
            <a:pPr algn="l">
              <a:spcBef>
                <a:spcPts val="0"/>
              </a:spcBef>
              <a:spcAft>
                <a:spcPts val="0"/>
              </a:spcAft>
            </a:pPr>
            <a:r>
              <a:rPr sz="2200" b="1">
                <a:solidFill>
                  <a:srgbClr val="0A2A43"/>
                </a:solidFill>
                <a:latin typeface="Aptos Display"/>
              </a:rPr>
              <a:t>Ownership changes over time</a:t>
            </a:r>
          </a:p>
        </p:txBody>
      </p:sp>
      <p:sp>
        <p:nvSpPr>
          <p:cNvPr id="45" name="Rectangle 44"/>
          <p:cNvSpPr/>
          <p:nvPr/>
        </p:nvSpPr>
        <p:spPr>
          <a:xfrm>
            <a:off x="6492240" y="2907792"/>
            <a:ext cx="4754880" cy="10972"/>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0" y="3154680"/>
            <a:ext cx="1417320" cy="237744"/>
          </a:xfrm>
          <a:prstGeom prst="rect">
            <a:avLst/>
          </a:prstGeom>
          <a:noFill/>
        </p:spPr>
        <p:txBody>
          <a:bodyPr wrap="square" lIns="0" tIns="0" rIns="0" bIns="0" anchor="t">
            <a:noAutofit/>
          </a:bodyPr>
          <a:lstStyle/>
          <a:p>
            <a:pPr algn="l">
              <a:spcBef>
                <a:spcPts val="0"/>
              </a:spcBef>
              <a:spcAft>
                <a:spcPts val="0"/>
              </a:spcAft>
            </a:pPr>
            <a:r>
              <a:rPr sz="1600" b="1">
                <a:solidFill>
                  <a:srgbClr val="F26A3D"/>
                </a:solidFill>
                <a:latin typeface="Aptos"/>
              </a:rPr>
              <a:t>MONEY</a:t>
            </a:r>
          </a:p>
        </p:txBody>
      </p:sp>
      <p:sp>
        <p:nvSpPr>
          <p:cNvPr id="47" name="TextBox 46"/>
          <p:cNvSpPr txBox="1"/>
          <p:nvPr/>
        </p:nvSpPr>
        <p:spPr>
          <a:xfrm>
            <a:off x="7818120" y="3127248"/>
            <a:ext cx="3520440" cy="530352"/>
          </a:xfrm>
          <a:prstGeom prst="rect">
            <a:avLst/>
          </a:prstGeom>
          <a:noFill/>
        </p:spPr>
        <p:txBody>
          <a:bodyPr wrap="square" lIns="0" tIns="0" rIns="0" bIns="0" anchor="t">
            <a:noAutofit/>
          </a:bodyPr>
          <a:lstStyle/>
          <a:p>
            <a:pPr algn="l">
              <a:spcBef>
                <a:spcPts val="0"/>
              </a:spcBef>
              <a:spcAft>
                <a:spcPts val="0"/>
              </a:spcAft>
            </a:pPr>
            <a:r>
              <a:rPr sz="2200" b="1">
                <a:solidFill>
                  <a:srgbClr val="0A2A43"/>
                </a:solidFill>
                <a:latin typeface="Aptos Display"/>
              </a:rPr>
              <a:t>Maintenance follows financial rules</a:t>
            </a:r>
          </a:p>
        </p:txBody>
      </p:sp>
      <p:sp>
        <p:nvSpPr>
          <p:cNvPr id="48" name="Rectangle 47"/>
          <p:cNvSpPr/>
          <p:nvPr/>
        </p:nvSpPr>
        <p:spPr>
          <a:xfrm>
            <a:off x="6492240" y="3730752"/>
            <a:ext cx="4754880" cy="10972"/>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92240" y="3977639"/>
            <a:ext cx="1417320" cy="237744"/>
          </a:xfrm>
          <a:prstGeom prst="rect">
            <a:avLst/>
          </a:prstGeom>
          <a:noFill/>
        </p:spPr>
        <p:txBody>
          <a:bodyPr wrap="square" lIns="0" tIns="0" rIns="0" bIns="0" anchor="t">
            <a:noAutofit/>
          </a:bodyPr>
          <a:lstStyle/>
          <a:p>
            <a:pPr algn="l">
              <a:spcBef>
                <a:spcPts val="0"/>
              </a:spcBef>
              <a:spcAft>
                <a:spcPts val="0"/>
              </a:spcAft>
            </a:pPr>
            <a:r>
              <a:rPr sz="1600" b="1">
                <a:solidFill>
                  <a:srgbClr val="F26A3D"/>
                </a:solidFill>
                <a:latin typeface="Aptos"/>
              </a:rPr>
              <a:t>WORKFLOW</a:t>
            </a:r>
          </a:p>
        </p:txBody>
      </p:sp>
      <p:sp>
        <p:nvSpPr>
          <p:cNvPr id="50" name="TextBox 49"/>
          <p:cNvSpPr txBox="1"/>
          <p:nvPr/>
        </p:nvSpPr>
        <p:spPr>
          <a:xfrm>
            <a:off x="7818120" y="3950208"/>
            <a:ext cx="3520440" cy="530352"/>
          </a:xfrm>
          <a:prstGeom prst="rect">
            <a:avLst/>
          </a:prstGeom>
          <a:noFill/>
        </p:spPr>
        <p:txBody>
          <a:bodyPr wrap="square" lIns="0" tIns="0" rIns="0" bIns="0" anchor="t">
            <a:noAutofit/>
          </a:bodyPr>
          <a:lstStyle/>
          <a:p>
            <a:pPr algn="l">
              <a:spcBef>
                <a:spcPts val="0"/>
              </a:spcBef>
              <a:spcAft>
                <a:spcPts val="0"/>
              </a:spcAft>
            </a:pPr>
            <a:r>
              <a:rPr sz="2200" b="1">
                <a:solidFill>
                  <a:srgbClr val="0A2A43"/>
                </a:solidFill>
                <a:latin typeface="Aptos Display"/>
              </a:rPr>
              <a:t>Complaints move from open to resolved</a:t>
            </a:r>
          </a:p>
        </p:txBody>
      </p:sp>
      <p:sp>
        <p:nvSpPr>
          <p:cNvPr id="51" name="Rectangle 50"/>
          <p:cNvSpPr/>
          <p:nvPr/>
        </p:nvSpPr>
        <p:spPr>
          <a:xfrm>
            <a:off x="6492240" y="4572000"/>
            <a:ext cx="4754880" cy="10972"/>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92240" y="4956048"/>
            <a:ext cx="4663440" cy="310896"/>
          </a:xfrm>
          <a:prstGeom prst="rect">
            <a:avLst/>
          </a:prstGeom>
          <a:noFill/>
        </p:spPr>
        <p:txBody>
          <a:bodyPr wrap="square" lIns="0" tIns="0" rIns="0" bIns="0" anchor="t">
            <a:noAutofit/>
          </a:bodyPr>
          <a:lstStyle/>
          <a:p>
            <a:pPr algn="l">
              <a:spcBef>
                <a:spcPts val="0"/>
              </a:spcBef>
              <a:spcAft>
                <a:spcPts val="0"/>
              </a:spcAft>
            </a:pPr>
            <a:r>
              <a:rPr sz="2200" b="1">
                <a:solidFill>
                  <a:srgbClr val="F26A3D"/>
                </a:solidFill>
                <a:latin typeface="Aptos Display"/>
              </a:rPr>
              <a:t>REALISM IS THE FEATURE.</a:t>
            </a:r>
          </a:p>
        </p:txBody>
      </p:sp>
      <p:sp>
        <p:nvSpPr>
          <p:cNvPr id="53" name="TextBox 52"/>
          <p:cNvSpPr txBox="1"/>
          <p:nvPr/>
        </p:nvSpPr>
        <p:spPr>
          <a:xfrm>
            <a:off x="6492240" y="5376672"/>
            <a:ext cx="4709160" cy="502920"/>
          </a:xfrm>
          <a:prstGeom prst="rect">
            <a:avLst/>
          </a:prstGeom>
          <a:noFill/>
        </p:spPr>
        <p:txBody>
          <a:bodyPr wrap="square" lIns="0" tIns="0" rIns="0" bIns="0" anchor="t">
            <a:noAutofit/>
          </a:bodyPr>
          <a:lstStyle/>
          <a:p>
            <a:pPr algn="l">
              <a:spcBef>
                <a:spcPts val="0"/>
              </a:spcBef>
              <a:spcAft>
                <a:spcPts val="0"/>
              </a:spcAft>
            </a:pPr>
            <a:r>
              <a:rPr sz="1700" b="0">
                <a:solidFill>
                  <a:srgbClr val="17384F"/>
                </a:solidFill>
                <a:latin typeface="Aptos"/>
              </a:rPr>
              <a:t>Relationships. History. Money. Rules that must hold up over time.</a:t>
            </a:r>
          </a:p>
        </p:txBody>
      </p:sp>
      <p:sp>
        <p:nvSpPr>
          <p:cNvPr id="54" name="TextBox 53"/>
          <p:cNvSpPr txBox="1"/>
          <p:nvPr/>
        </p:nvSpPr>
        <p:spPr>
          <a:xfrm>
            <a:off x="11109960" y="6327648"/>
            <a:ext cx="411480" cy="201168"/>
          </a:xfrm>
          <a:prstGeom prst="rect">
            <a:avLst/>
          </a:prstGeom>
          <a:noFill/>
        </p:spPr>
        <p:txBody>
          <a:bodyPr wrap="square" lIns="0" tIns="0" rIns="0" bIns="0" anchor="t">
            <a:noAutofit/>
          </a:bodyPr>
          <a:lstStyle/>
          <a:p>
            <a:pPr algn="r">
              <a:spcBef>
                <a:spcPts val="0"/>
              </a:spcBef>
              <a:spcAft>
                <a:spcPts val="0"/>
              </a:spcAft>
            </a:pPr>
            <a:r>
              <a:rPr sz="1400" b="1">
                <a:solidFill>
                  <a:srgbClr val="F26A3D"/>
                </a:solidFill>
                <a:latin typeface="Aptos"/>
              </a:rPr>
              <a:t>03</a:t>
            </a:r>
          </a:p>
        </p:txBody>
      </p:sp>
    </p:spTree>
    <p:extLst>
      <p:ext uri="{BB962C8B-B14F-4D97-AF65-F5344CB8AC3E}">
        <p14:creationId xmlns:p14="http://schemas.microsoft.com/office/powerpoint/2010/main" val="859695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p:cNvGrpSpPr/>
        <p:nvPr/>
      </p:nvGrpSpPr>
      <p:grpSpPr>
        <a:xfrm>
          <a:off x="0" y="0"/>
          <a:ext cx="0" cy="0"/>
          <a:chOff x="0" y="0"/>
          <a:chExt cx="0" cy="0"/>
        </a:xfrm>
      </p:grpSpPr>
      <p:sp>
        <p:nvSpPr>
          <p:cNvPr id="2" name="Rectangle 1"/>
          <p:cNvSpPr/>
          <p:nvPr/>
        </p:nvSpPr>
        <p:spPr>
          <a:xfrm>
            <a:off x="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169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339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508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678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0847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017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3186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356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525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1695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7864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034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0203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6373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25428"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187123"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76169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52339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228508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304678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380847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457017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533186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09356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85525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1695" cy="17373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38912"/>
            <a:ext cx="8138160" cy="502920"/>
          </a:xfrm>
          <a:prstGeom prst="rect">
            <a:avLst/>
          </a:prstGeom>
          <a:noFill/>
        </p:spPr>
        <p:txBody>
          <a:bodyPr wrap="square" lIns="0" tIns="0" rIns="0" bIns="0" anchor="t">
            <a:noAutofit/>
          </a:bodyPr>
          <a:lstStyle/>
          <a:p>
            <a:pPr algn="l">
              <a:spcBef>
                <a:spcPts val="0"/>
              </a:spcBef>
              <a:spcAft>
                <a:spcPts val="0"/>
              </a:spcAft>
            </a:pPr>
            <a:r>
              <a:rPr sz="4500" b="1">
                <a:solidFill>
                  <a:srgbClr val="0A2A43"/>
                </a:solidFill>
                <a:latin typeface="Aptos Display"/>
              </a:rPr>
              <a:t>Problem first.</a:t>
            </a:r>
          </a:p>
        </p:txBody>
      </p:sp>
      <p:sp>
        <p:nvSpPr>
          <p:cNvPr id="31" name="TextBox 30"/>
          <p:cNvSpPr txBox="1"/>
          <p:nvPr/>
        </p:nvSpPr>
        <p:spPr>
          <a:xfrm>
            <a:off x="685800" y="932688"/>
            <a:ext cx="8778240" cy="530352"/>
          </a:xfrm>
          <a:prstGeom prst="rect">
            <a:avLst/>
          </a:prstGeom>
          <a:noFill/>
        </p:spPr>
        <p:txBody>
          <a:bodyPr wrap="square" lIns="0" tIns="0" rIns="0" bIns="0" anchor="t">
            <a:noAutofit/>
          </a:bodyPr>
          <a:lstStyle/>
          <a:p>
            <a:pPr algn="l">
              <a:spcBef>
                <a:spcPts val="0"/>
              </a:spcBef>
              <a:spcAft>
                <a:spcPts val="0"/>
              </a:spcAft>
            </a:pPr>
            <a:r>
              <a:rPr sz="4500" b="1">
                <a:solidFill>
                  <a:srgbClr val="F26A3D"/>
                </a:solidFill>
                <a:latin typeface="Aptos Display"/>
              </a:rPr>
              <a:t>Syntax last.</a:t>
            </a:r>
          </a:p>
        </p:txBody>
      </p:sp>
      <p:sp>
        <p:nvSpPr>
          <p:cNvPr id="32" name="Rectangle 31"/>
          <p:cNvSpPr/>
          <p:nvPr/>
        </p:nvSpPr>
        <p:spPr>
          <a:xfrm>
            <a:off x="685800" y="1572768"/>
            <a:ext cx="10817352" cy="2011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1792224"/>
            <a:ext cx="1737360" cy="219456"/>
          </a:xfrm>
          <a:prstGeom prst="rect">
            <a:avLst/>
          </a:prstGeom>
          <a:noFill/>
        </p:spPr>
        <p:txBody>
          <a:bodyPr wrap="square" lIns="0" tIns="0" rIns="0" bIns="0" anchor="t">
            <a:noAutofit/>
          </a:bodyPr>
          <a:lstStyle/>
          <a:p>
            <a:pPr algn="l">
              <a:spcBef>
                <a:spcPts val="0"/>
              </a:spcBef>
              <a:spcAft>
                <a:spcPts val="0"/>
              </a:spcAft>
            </a:pPr>
            <a:r>
              <a:rPr sz="1500" b="1">
                <a:solidFill>
                  <a:srgbClr val="F26A3D"/>
                </a:solidFill>
                <a:latin typeface="Aptos"/>
              </a:rPr>
              <a:t>EXAMPLE PROBLEM</a:t>
            </a:r>
          </a:p>
        </p:txBody>
      </p:sp>
      <p:sp>
        <p:nvSpPr>
          <p:cNvPr id="34" name="TextBox 33"/>
          <p:cNvSpPr txBox="1"/>
          <p:nvPr/>
        </p:nvSpPr>
        <p:spPr>
          <a:xfrm>
            <a:off x="2331720" y="1737360"/>
            <a:ext cx="8046720" cy="402336"/>
          </a:xfrm>
          <a:prstGeom prst="rect">
            <a:avLst/>
          </a:prstGeom>
          <a:noFill/>
        </p:spPr>
        <p:txBody>
          <a:bodyPr wrap="square" lIns="0" tIns="0" rIns="0" bIns="0" anchor="t">
            <a:noAutofit/>
          </a:bodyPr>
          <a:lstStyle/>
          <a:p>
            <a:pPr algn="l">
              <a:spcBef>
                <a:spcPts val="0"/>
              </a:spcBef>
              <a:spcAft>
                <a:spcPts val="0"/>
              </a:spcAft>
            </a:pPr>
            <a:r>
              <a:rPr sz="2500" b="1">
                <a:solidFill>
                  <a:srgbClr val="0A2A43"/>
                </a:solidFill>
                <a:latin typeface="Aptos Display"/>
              </a:rPr>
              <a:t>“A unit needs exactly one owner at all times.”</a:t>
            </a:r>
          </a:p>
        </p:txBody>
      </p:sp>
      <p:sp>
        <p:nvSpPr>
          <p:cNvPr id="35" name="Rectangle 34"/>
          <p:cNvSpPr/>
          <p:nvPr/>
        </p:nvSpPr>
        <p:spPr>
          <a:xfrm>
            <a:off x="685800" y="2505456"/>
            <a:ext cx="1938528" cy="1536192"/>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 y="2642616"/>
            <a:ext cx="384048" cy="201168"/>
          </a:xfrm>
          <a:prstGeom prst="rect">
            <a:avLst/>
          </a:prstGeom>
          <a:noFill/>
        </p:spPr>
        <p:txBody>
          <a:bodyPr wrap="square" lIns="0" tIns="0" rIns="0" bIns="0" anchor="t">
            <a:noAutofit/>
          </a:bodyPr>
          <a:lstStyle/>
          <a:p>
            <a:pPr algn="l">
              <a:spcBef>
                <a:spcPts val="0"/>
              </a:spcBef>
              <a:spcAft>
                <a:spcPts val="0"/>
              </a:spcAft>
            </a:pPr>
            <a:r>
              <a:rPr sz="1400" b="1">
                <a:solidFill>
                  <a:srgbClr val="FFFFFF"/>
                </a:solidFill>
                <a:latin typeface="Aptos"/>
              </a:rPr>
              <a:t>01</a:t>
            </a:r>
          </a:p>
        </p:txBody>
      </p:sp>
      <p:sp>
        <p:nvSpPr>
          <p:cNvPr id="37" name="TextBox 36"/>
          <p:cNvSpPr txBox="1"/>
          <p:nvPr/>
        </p:nvSpPr>
        <p:spPr>
          <a:xfrm>
            <a:off x="850392" y="2926080"/>
            <a:ext cx="1609344" cy="493776"/>
          </a:xfrm>
          <a:prstGeom prst="rect">
            <a:avLst/>
          </a:prstGeom>
          <a:noFill/>
        </p:spPr>
        <p:txBody>
          <a:bodyPr wrap="square" lIns="0" tIns="0" rIns="0" bIns="0" anchor="t">
            <a:noAutofit/>
          </a:bodyPr>
          <a:lstStyle/>
          <a:p>
            <a:pPr algn="l">
              <a:spcBef>
                <a:spcPts val="0"/>
              </a:spcBef>
              <a:spcAft>
                <a:spcPts val="0"/>
              </a:spcAft>
            </a:pPr>
            <a:r>
              <a:rPr sz="1600" b="1">
                <a:solidFill>
                  <a:srgbClr val="FFFFFF"/>
                </a:solidFill>
                <a:latin typeface="Aptos Display"/>
              </a:rPr>
              <a:t>PROBLEM</a:t>
            </a:r>
          </a:p>
        </p:txBody>
      </p:sp>
      <p:sp>
        <p:nvSpPr>
          <p:cNvPr id="38" name="TextBox 37"/>
          <p:cNvSpPr txBox="1"/>
          <p:nvPr/>
        </p:nvSpPr>
        <p:spPr>
          <a:xfrm>
            <a:off x="850392" y="3502152"/>
            <a:ext cx="1609344" cy="365760"/>
          </a:xfrm>
          <a:prstGeom prst="rect">
            <a:avLst/>
          </a:prstGeom>
          <a:noFill/>
        </p:spPr>
        <p:txBody>
          <a:bodyPr wrap="square" lIns="0" tIns="0" rIns="0" bIns="0" anchor="t">
            <a:noAutofit/>
          </a:bodyPr>
          <a:lstStyle/>
          <a:p>
            <a:pPr algn="l">
              <a:spcBef>
                <a:spcPts val="0"/>
              </a:spcBef>
              <a:spcAft>
                <a:spcPts val="0"/>
              </a:spcAft>
            </a:pPr>
            <a:r>
              <a:rPr sz="1400" b="0">
                <a:solidFill>
                  <a:srgbClr val="FFFFFF"/>
                </a:solidFill>
                <a:latin typeface="Aptos"/>
              </a:rPr>
              <a:t>What must always be true?</a:t>
            </a:r>
          </a:p>
        </p:txBody>
      </p:sp>
      <p:sp>
        <p:nvSpPr>
          <p:cNvPr id="39" name="Chevron 38"/>
          <p:cNvSpPr/>
          <p:nvPr/>
        </p:nvSpPr>
        <p:spPr>
          <a:xfrm>
            <a:off x="2679192" y="3108960"/>
            <a:ext cx="164592" cy="329184"/>
          </a:xfrm>
          <a:prstGeom prst="chevron">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898648" y="2505456"/>
            <a:ext cx="1938528" cy="1536192"/>
          </a:xfrm>
          <a:prstGeom prst="rect">
            <a:avLst/>
          </a:prstGeom>
          <a:solidFill>
            <a:srgbClr val="FFFFFF"/>
          </a:solid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063240" y="2642616"/>
            <a:ext cx="384048"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02</a:t>
            </a:r>
          </a:p>
        </p:txBody>
      </p:sp>
      <p:sp>
        <p:nvSpPr>
          <p:cNvPr id="42" name="TextBox 41"/>
          <p:cNvSpPr txBox="1"/>
          <p:nvPr/>
        </p:nvSpPr>
        <p:spPr>
          <a:xfrm>
            <a:off x="3063240" y="2926080"/>
            <a:ext cx="1609344" cy="493776"/>
          </a:xfrm>
          <a:prstGeom prst="rect">
            <a:avLst/>
          </a:prstGeom>
          <a:noFill/>
        </p:spPr>
        <p:txBody>
          <a:bodyPr wrap="square" lIns="0" tIns="0" rIns="0" bIns="0" anchor="t">
            <a:noAutofit/>
          </a:bodyPr>
          <a:lstStyle/>
          <a:p>
            <a:pPr algn="l">
              <a:spcBef>
                <a:spcPts val="0"/>
              </a:spcBef>
              <a:spcAft>
                <a:spcPts val="0"/>
              </a:spcAft>
            </a:pPr>
            <a:r>
              <a:rPr sz="1600" b="1">
                <a:solidFill>
                  <a:srgbClr val="0A2A43"/>
                </a:solidFill>
                <a:latin typeface="Aptos Display"/>
              </a:rPr>
              <a:t>CONCEPT</a:t>
            </a:r>
          </a:p>
        </p:txBody>
      </p:sp>
      <p:sp>
        <p:nvSpPr>
          <p:cNvPr id="43" name="TextBox 42"/>
          <p:cNvSpPr txBox="1"/>
          <p:nvPr/>
        </p:nvSpPr>
        <p:spPr>
          <a:xfrm>
            <a:off x="3063240" y="3502152"/>
            <a:ext cx="1609344" cy="365760"/>
          </a:xfrm>
          <a:prstGeom prst="rect">
            <a:avLst/>
          </a:prstGeom>
          <a:noFill/>
        </p:spPr>
        <p:txBody>
          <a:bodyPr wrap="square" lIns="0" tIns="0" rIns="0" bIns="0" anchor="t">
            <a:noAutofit/>
          </a:bodyPr>
          <a:lstStyle/>
          <a:p>
            <a:pPr algn="l">
              <a:spcBef>
                <a:spcPts val="0"/>
              </a:spcBef>
              <a:spcAft>
                <a:spcPts val="0"/>
              </a:spcAft>
            </a:pPr>
            <a:r>
              <a:rPr sz="1400" b="0">
                <a:solidFill>
                  <a:srgbClr val="0A2A43"/>
                </a:solidFill>
                <a:latin typeface="Aptos"/>
              </a:rPr>
              <a:t>Which idea explains it?</a:t>
            </a:r>
          </a:p>
        </p:txBody>
      </p:sp>
      <p:sp>
        <p:nvSpPr>
          <p:cNvPr id="44" name="Chevron 43"/>
          <p:cNvSpPr/>
          <p:nvPr/>
        </p:nvSpPr>
        <p:spPr>
          <a:xfrm>
            <a:off x="4892040" y="3108960"/>
            <a:ext cx="164592" cy="329184"/>
          </a:xfrm>
          <a:prstGeom prst="chevron">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111496" y="2505456"/>
            <a:ext cx="1938528" cy="1536192"/>
          </a:xfrm>
          <a:prstGeom prst="rect">
            <a:avLst/>
          </a:prstGeom>
          <a:solidFill>
            <a:srgbClr val="FFFFFF"/>
          </a:solid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276088" y="2642616"/>
            <a:ext cx="384048"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03</a:t>
            </a:r>
          </a:p>
        </p:txBody>
      </p:sp>
      <p:sp>
        <p:nvSpPr>
          <p:cNvPr id="47" name="TextBox 46"/>
          <p:cNvSpPr txBox="1"/>
          <p:nvPr/>
        </p:nvSpPr>
        <p:spPr>
          <a:xfrm>
            <a:off x="5276088" y="2926080"/>
            <a:ext cx="1609344" cy="493776"/>
          </a:xfrm>
          <a:prstGeom prst="rect">
            <a:avLst/>
          </a:prstGeom>
          <a:noFill/>
        </p:spPr>
        <p:txBody>
          <a:bodyPr wrap="square" lIns="0" tIns="0" rIns="0" bIns="0" anchor="t">
            <a:noAutofit/>
          </a:bodyPr>
          <a:lstStyle/>
          <a:p>
            <a:pPr algn="l">
              <a:spcBef>
                <a:spcPts val="0"/>
              </a:spcBef>
              <a:spcAft>
                <a:spcPts val="0"/>
              </a:spcAft>
            </a:pPr>
            <a:r>
              <a:rPr sz="1600" b="1">
                <a:solidFill>
                  <a:srgbClr val="0A2A43"/>
                </a:solidFill>
                <a:latin typeface="Aptos Display"/>
              </a:rPr>
              <a:t>TECHNOLOGY</a:t>
            </a:r>
          </a:p>
        </p:txBody>
      </p:sp>
      <p:sp>
        <p:nvSpPr>
          <p:cNvPr id="48" name="TextBox 47"/>
          <p:cNvSpPr txBox="1"/>
          <p:nvPr/>
        </p:nvSpPr>
        <p:spPr>
          <a:xfrm>
            <a:off x="5276088" y="3502152"/>
            <a:ext cx="1609344" cy="365760"/>
          </a:xfrm>
          <a:prstGeom prst="rect">
            <a:avLst/>
          </a:prstGeom>
          <a:noFill/>
        </p:spPr>
        <p:txBody>
          <a:bodyPr wrap="square" lIns="0" tIns="0" rIns="0" bIns="0" anchor="t">
            <a:noAutofit/>
          </a:bodyPr>
          <a:lstStyle/>
          <a:p>
            <a:pPr algn="l">
              <a:spcBef>
                <a:spcPts val="0"/>
              </a:spcBef>
              <a:spcAft>
                <a:spcPts val="0"/>
              </a:spcAft>
            </a:pPr>
            <a:r>
              <a:rPr sz="1400" b="0">
                <a:solidFill>
                  <a:srgbClr val="0A2A43"/>
                </a:solidFill>
                <a:latin typeface="Aptos"/>
              </a:rPr>
              <a:t>What can enforce it?</a:t>
            </a:r>
          </a:p>
        </p:txBody>
      </p:sp>
      <p:sp>
        <p:nvSpPr>
          <p:cNvPr id="49" name="Chevron 48"/>
          <p:cNvSpPr/>
          <p:nvPr/>
        </p:nvSpPr>
        <p:spPr>
          <a:xfrm>
            <a:off x="7104888" y="3108960"/>
            <a:ext cx="164592" cy="329184"/>
          </a:xfrm>
          <a:prstGeom prst="chevron">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324344" y="2505456"/>
            <a:ext cx="1938528" cy="1536192"/>
          </a:xfrm>
          <a:prstGeom prst="rect">
            <a:avLst/>
          </a:prstGeom>
          <a:solidFill>
            <a:srgbClr val="FFFFFF"/>
          </a:solid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488936" y="2642616"/>
            <a:ext cx="384048"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04</a:t>
            </a:r>
          </a:p>
        </p:txBody>
      </p:sp>
      <p:sp>
        <p:nvSpPr>
          <p:cNvPr id="52" name="TextBox 51"/>
          <p:cNvSpPr txBox="1"/>
          <p:nvPr/>
        </p:nvSpPr>
        <p:spPr>
          <a:xfrm>
            <a:off x="7488936" y="2926080"/>
            <a:ext cx="1609344" cy="493776"/>
          </a:xfrm>
          <a:prstGeom prst="rect">
            <a:avLst/>
          </a:prstGeom>
          <a:noFill/>
        </p:spPr>
        <p:txBody>
          <a:bodyPr wrap="square" lIns="0" tIns="0" rIns="0" bIns="0" anchor="t">
            <a:noAutofit/>
          </a:bodyPr>
          <a:lstStyle/>
          <a:p>
            <a:pPr algn="l">
              <a:spcBef>
                <a:spcPts val="0"/>
              </a:spcBef>
              <a:spcAft>
                <a:spcPts val="0"/>
              </a:spcAft>
            </a:pPr>
            <a:r>
              <a:rPr sz="1600" b="1">
                <a:solidFill>
                  <a:srgbClr val="0A2A43"/>
                </a:solidFill>
                <a:latin typeface="Aptos Display"/>
              </a:rPr>
              <a:t>IMPLEMENTATION</a:t>
            </a:r>
          </a:p>
        </p:txBody>
      </p:sp>
      <p:sp>
        <p:nvSpPr>
          <p:cNvPr id="53" name="TextBox 52"/>
          <p:cNvSpPr txBox="1"/>
          <p:nvPr/>
        </p:nvSpPr>
        <p:spPr>
          <a:xfrm>
            <a:off x="7488936" y="3502152"/>
            <a:ext cx="1609344" cy="365760"/>
          </a:xfrm>
          <a:prstGeom prst="rect">
            <a:avLst/>
          </a:prstGeom>
          <a:noFill/>
        </p:spPr>
        <p:txBody>
          <a:bodyPr wrap="square" lIns="0" tIns="0" rIns="0" bIns="0" anchor="t">
            <a:noAutofit/>
          </a:bodyPr>
          <a:lstStyle/>
          <a:p>
            <a:pPr algn="l">
              <a:spcBef>
                <a:spcPts val="0"/>
              </a:spcBef>
              <a:spcAft>
                <a:spcPts val="0"/>
              </a:spcAft>
            </a:pPr>
            <a:r>
              <a:rPr sz="1400" b="0">
                <a:solidFill>
                  <a:srgbClr val="0A2A43"/>
                </a:solidFill>
                <a:latin typeface="Aptos"/>
              </a:rPr>
              <a:t>How do we build it?</a:t>
            </a:r>
          </a:p>
        </p:txBody>
      </p:sp>
      <p:sp>
        <p:nvSpPr>
          <p:cNvPr id="54" name="Chevron 53"/>
          <p:cNvSpPr/>
          <p:nvPr/>
        </p:nvSpPr>
        <p:spPr>
          <a:xfrm>
            <a:off x="9317736" y="3108960"/>
            <a:ext cx="164592" cy="329184"/>
          </a:xfrm>
          <a:prstGeom prst="chevron">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9537192" y="2505456"/>
            <a:ext cx="1938528" cy="1536192"/>
          </a:xfrm>
          <a:prstGeom prst="rect">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701784" y="2642616"/>
            <a:ext cx="384048" cy="201168"/>
          </a:xfrm>
          <a:prstGeom prst="rect">
            <a:avLst/>
          </a:prstGeom>
          <a:noFill/>
        </p:spPr>
        <p:txBody>
          <a:bodyPr wrap="square" lIns="0" tIns="0" rIns="0" bIns="0" anchor="t">
            <a:noAutofit/>
          </a:bodyPr>
          <a:lstStyle/>
          <a:p>
            <a:pPr algn="l">
              <a:spcBef>
                <a:spcPts val="0"/>
              </a:spcBef>
              <a:spcAft>
                <a:spcPts val="0"/>
              </a:spcAft>
            </a:pPr>
            <a:r>
              <a:rPr sz="1400" b="1">
                <a:solidFill>
                  <a:srgbClr val="FFFFFF"/>
                </a:solidFill>
                <a:latin typeface="Aptos"/>
              </a:rPr>
              <a:t>05</a:t>
            </a:r>
          </a:p>
        </p:txBody>
      </p:sp>
      <p:sp>
        <p:nvSpPr>
          <p:cNvPr id="57" name="TextBox 56"/>
          <p:cNvSpPr txBox="1"/>
          <p:nvPr/>
        </p:nvSpPr>
        <p:spPr>
          <a:xfrm>
            <a:off x="9701784" y="2926080"/>
            <a:ext cx="1609344" cy="493776"/>
          </a:xfrm>
          <a:prstGeom prst="rect">
            <a:avLst/>
          </a:prstGeom>
          <a:noFill/>
        </p:spPr>
        <p:txBody>
          <a:bodyPr wrap="square" lIns="0" tIns="0" rIns="0" bIns="0" anchor="t">
            <a:noAutofit/>
          </a:bodyPr>
          <a:lstStyle/>
          <a:p>
            <a:pPr algn="l">
              <a:spcBef>
                <a:spcPts val="0"/>
              </a:spcBef>
              <a:spcAft>
                <a:spcPts val="0"/>
              </a:spcAft>
            </a:pPr>
            <a:r>
              <a:rPr sz="1600" b="1">
                <a:solidFill>
                  <a:srgbClr val="FFFFFF"/>
                </a:solidFill>
                <a:latin typeface="Aptos Display"/>
              </a:rPr>
              <a:t>WORKING
FEATURE</a:t>
            </a:r>
          </a:p>
        </p:txBody>
      </p:sp>
      <p:sp>
        <p:nvSpPr>
          <p:cNvPr id="58" name="TextBox 57"/>
          <p:cNvSpPr txBox="1"/>
          <p:nvPr/>
        </p:nvSpPr>
        <p:spPr>
          <a:xfrm>
            <a:off x="9701784" y="3502152"/>
            <a:ext cx="1609344" cy="365760"/>
          </a:xfrm>
          <a:prstGeom prst="rect">
            <a:avLst/>
          </a:prstGeom>
          <a:noFill/>
        </p:spPr>
        <p:txBody>
          <a:bodyPr wrap="square" lIns="0" tIns="0" rIns="0" bIns="0" anchor="t">
            <a:noAutofit/>
          </a:bodyPr>
          <a:lstStyle/>
          <a:p>
            <a:pPr algn="l">
              <a:spcBef>
                <a:spcPts val="0"/>
              </a:spcBef>
              <a:spcAft>
                <a:spcPts val="0"/>
              </a:spcAft>
            </a:pPr>
            <a:r>
              <a:rPr sz="1400" b="0">
                <a:solidFill>
                  <a:srgbClr val="FFFFFF"/>
                </a:solidFill>
                <a:latin typeface="Aptos"/>
              </a:rPr>
              <a:t>Can we show it working?</a:t>
            </a:r>
          </a:p>
        </p:txBody>
      </p:sp>
      <p:sp>
        <p:nvSpPr>
          <p:cNvPr id="59" name="TextBox 58"/>
          <p:cNvSpPr txBox="1"/>
          <p:nvPr/>
        </p:nvSpPr>
        <p:spPr>
          <a:xfrm>
            <a:off x="685800" y="4736592"/>
            <a:ext cx="5212080" cy="310896"/>
          </a:xfrm>
          <a:prstGeom prst="rect">
            <a:avLst/>
          </a:prstGeom>
          <a:noFill/>
        </p:spPr>
        <p:txBody>
          <a:bodyPr wrap="square" lIns="0" tIns="0" rIns="0" bIns="0" anchor="t">
            <a:noAutofit/>
          </a:bodyPr>
          <a:lstStyle/>
          <a:p>
            <a:pPr algn="l">
              <a:spcBef>
                <a:spcPts val="0"/>
              </a:spcBef>
              <a:spcAft>
                <a:spcPts val="0"/>
              </a:spcAft>
            </a:pPr>
            <a:r>
              <a:rPr sz="2300" b="1">
                <a:solidFill>
                  <a:srgbClr val="0A2A43"/>
                </a:solidFill>
                <a:latin typeface="Aptos Display"/>
              </a:rPr>
              <a:t>EVERY STEP EARNS THE NEXT.</a:t>
            </a:r>
          </a:p>
        </p:txBody>
      </p:sp>
      <p:sp>
        <p:nvSpPr>
          <p:cNvPr id="60" name="TextBox 59"/>
          <p:cNvSpPr txBox="1"/>
          <p:nvPr/>
        </p:nvSpPr>
        <p:spPr>
          <a:xfrm>
            <a:off x="685800" y="5120640"/>
            <a:ext cx="5212080" cy="292608"/>
          </a:xfrm>
          <a:prstGeom prst="rect">
            <a:avLst/>
          </a:prstGeom>
          <a:noFill/>
        </p:spPr>
        <p:txBody>
          <a:bodyPr wrap="square" lIns="0" tIns="0" rIns="0" bIns="0" anchor="t">
            <a:noAutofit/>
          </a:bodyPr>
          <a:lstStyle/>
          <a:p>
            <a:pPr algn="l">
              <a:spcBef>
                <a:spcPts val="0"/>
              </a:spcBef>
              <a:spcAft>
                <a:spcPts val="0"/>
              </a:spcAft>
            </a:pPr>
            <a:r>
              <a:rPr sz="2000" b="1">
                <a:solidFill>
                  <a:srgbClr val="F26A3D"/>
                </a:solidFill>
                <a:latin typeface="Aptos Display"/>
              </a:rPr>
              <a:t>Done means demonstrated.</a:t>
            </a:r>
          </a:p>
        </p:txBody>
      </p:sp>
      <p:sp>
        <p:nvSpPr>
          <p:cNvPr id="61" name="Rectangle 60"/>
          <p:cNvSpPr/>
          <p:nvPr/>
        </p:nvSpPr>
        <p:spPr>
          <a:xfrm>
            <a:off x="6510528" y="4736592"/>
            <a:ext cx="50292" cy="987552"/>
          </a:xfrm>
          <a:prstGeom prst="rect">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839712" y="4736592"/>
            <a:ext cx="4389120" cy="585216"/>
          </a:xfrm>
          <a:prstGeom prst="rect">
            <a:avLst/>
          </a:prstGeom>
          <a:noFill/>
        </p:spPr>
        <p:txBody>
          <a:bodyPr wrap="square" lIns="0" tIns="0" rIns="0" bIns="0" anchor="t">
            <a:noAutofit/>
          </a:bodyPr>
          <a:lstStyle/>
          <a:p>
            <a:pPr algn="l">
              <a:spcBef>
                <a:spcPts val="0"/>
              </a:spcBef>
              <a:spcAft>
                <a:spcPts val="0"/>
              </a:spcAft>
            </a:pPr>
            <a:r>
              <a:rPr sz="1700" b="0">
                <a:solidFill>
                  <a:srgbClr val="17384F"/>
                </a:solidFill>
                <a:latin typeface="Aptos"/>
              </a:rPr>
              <a:t>That order is deliberate — it is how real engineering happens.</a:t>
            </a:r>
          </a:p>
        </p:txBody>
      </p:sp>
      <p:sp>
        <p:nvSpPr>
          <p:cNvPr id="63" name="TextBox 62"/>
          <p:cNvSpPr txBox="1"/>
          <p:nvPr/>
        </p:nvSpPr>
        <p:spPr>
          <a:xfrm>
            <a:off x="6839712" y="5468112"/>
            <a:ext cx="3337560" cy="256032"/>
          </a:xfrm>
          <a:prstGeom prst="rect">
            <a:avLst/>
          </a:prstGeom>
          <a:noFill/>
        </p:spPr>
        <p:txBody>
          <a:bodyPr wrap="square" lIns="0" tIns="0" rIns="0" bIns="0" anchor="t">
            <a:noAutofit/>
          </a:bodyPr>
          <a:lstStyle/>
          <a:p>
            <a:pPr algn="l">
              <a:spcBef>
                <a:spcPts val="0"/>
              </a:spcBef>
              <a:spcAft>
                <a:spcPts val="0"/>
              </a:spcAft>
            </a:pPr>
            <a:r>
              <a:rPr sz="1500" b="1">
                <a:solidFill>
                  <a:srgbClr val="0A2A43"/>
                </a:solidFill>
                <a:latin typeface="Aptos"/>
              </a:rPr>
              <a:t>PROBLEM  →  PROOF</a:t>
            </a:r>
          </a:p>
        </p:txBody>
      </p:sp>
      <p:sp>
        <p:nvSpPr>
          <p:cNvPr id="64" name="TextBox 63"/>
          <p:cNvSpPr txBox="1"/>
          <p:nvPr/>
        </p:nvSpPr>
        <p:spPr>
          <a:xfrm>
            <a:off x="11109960" y="6327648"/>
            <a:ext cx="411480" cy="201168"/>
          </a:xfrm>
          <a:prstGeom prst="rect">
            <a:avLst/>
          </a:prstGeom>
          <a:noFill/>
        </p:spPr>
        <p:txBody>
          <a:bodyPr wrap="square" lIns="0" tIns="0" rIns="0" bIns="0" anchor="t">
            <a:noAutofit/>
          </a:bodyPr>
          <a:lstStyle/>
          <a:p>
            <a:pPr algn="r">
              <a:spcBef>
                <a:spcPts val="0"/>
              </a:spcBef>
              <a:spcAft>
                <a:spcPts val="0"/>
              </a:spcAft>
            </a:pPr>
            <a:r>
              <a:rPr sz="1400" b="1">
                <a:solidFill>
                  <a:srgbClr val="F26A3D"/>
                </a:solidFill>
                <a:latin typeface="Aptos"/>
              </a:rPr>
              <a:t>04</a:t>
            </a:r>
          </a:p>
        </p:txBody>
      </p:sp>
    </p:spTree>
    <p:extLst>
      <p:ext uri="{BB962C8B-B14F-4D97-AF65-F5344CB8AC3E}">
        <p14:creationId xmlns:p14="http://schemas.microsoft.com/office/powerpoint/2010/main" val="336438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a:extLst>
            <a:ext uri="{FF2B5EF4-FFF2-40B4-BE49-F238E27FC236}">
              <a16:creationId xmlns:a16="http://schemas.microsoft.com/office/drawing/2014/main" id="{EF8D2FA0-3F43-A76D-3121-DA4CC7E630C0}"/>
            </a:ext>
          </a:extLst>
        </p:cNvPr>
        <p:cNvGrpSpPr/>
        <p:nvPr/>
      </p:nvGrpSpPr>
      <p:grpSpPr>
        <a:xfrm>
          <a:off x="0" y="0"/>
          <a:ext cx="0" cy="0"/>
          <a:chOff x="0" y="0"/>
          <a:chExt cx="0" cy="0"/>
        </a:xfrm>
      </p:grpSpPr>
      <p:sp>
        <p:nvSpPr>
          <p:cNvPr id="2" name="Rectangle 1"/>
          <p:cNvSpPr/>
          <p:nvPr/>
        </p:nvSpPr>
        <p:spPr>
          <a:xfrm>
            <a:off x="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169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339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508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678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0847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017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3186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356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525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1695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7864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034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0203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6373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25428"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187123"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76169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52339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228508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304678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380847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457017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533186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09356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85525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1695" cy="17373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38912"/>
            <a:ext cx="8961120" cy="502920"/>
          </a:xfrm>
          <a:prstGeom prst="rect">
            <a:avLst/>
          </a:prstGeom>
          <a:noFill/>
        </p:spPr>
        <p:txBody>
          <a:bodyPr wrap="square" lIns="0" tIns="0" rIns="0" bIns="0" anchor="t">
            <a:noAutofit/>
          </a:bodyPr>
          <a:lstStyle/>
          <a:p>
            <a:pPr algn="l">
              <a:spcBef>
                <a:spcPts val="0"/>
              </a:spcBef>
              <a:spcAft>
                <a:spcPts val="0"/>
              </a:spcAft>
            </a:pPr>
            <a:r>
              <a:rPr sz="4500" b="1">
                <a:solidFill>
                  <a:srgbClr val="0A2A43"/>
                </a:solidFill>
                <a:latin typeface="Aptos Display"/>
              </a:rPr>
              <a:t>AI accelerates the work.</a:t>
            </a:r>
          </a:p>
        </p:txBody>
      </p:sp>
      <p:sp>
        <p:nvSpPr>
          <p:cNvPr id="31" name="TextBox 30"/>
          <p:cNvSpPr txBox="1"/>
          <p:nvPr/>
        </p:nvSpPr>
        <p:spPr>
          <a:xfrm>
            <a:off x="685800" y="932688"/>
            <a:ext cx="8961120" cy="530352"/>
          </a:xfrm>
          <a:prstGeom prst="rect">
            <a:avLst/>
          </a:prstGeom>
          <a:noFill/>
        </p:spPr>
        <p:txBody>
          <a:bodyPr wrap="square" lIns="0" tIns="0" rIns="0" bIns="0" anchor="t">
            <a:noAutofit/>
          </a:bodyPr>
          <a:lstStyle/>
          <a:p>
            <a:pPr algn="l">
              <a:spcBef>
                <a:spcPts val="0"/>
              </a:spcBef>
              <a:spcAft>
                <a:spcPts val="0"/>
              </a:spcAft>
            </a:pPr>
            <a:r>
              <a:rPr sz="4500" b="1">
                <a:solidFill>
                  <a:srgbClr val="F26A3D"/>
                </a:solidFill>
                <a:latin typeface="Aptos Display"/>
              </a:rPr>
              <a:t>Judgment keeps it correct.</a:t>
            </a:r>
          </a:p>
        </p:txBody>
      </p:sp>
      <p:sp>
        <p:nvSpPr>
          <p:cNvPr id="32" name="Rectangle 31"/>
          <p:cNvSpPr/>
          <p:nvPr/>
        </p:nvSpPr>
        <p:spPr>
          <a:xfrm>
            <a:off x="685800" y="1572768"/>
            <a:ext cx="10817352" cy="2011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85332" y="1856231"/>
            <a:ext cx="20116" cy="3611880"/>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image-f89a1a9c305218ee56d072414bef3d92.png"/>
          <p:cNvPicPr>
            <a:picLocks noChangeAspect="1"/>
          </p:cNvPicPr>
          <p:nvPr/>
        </p:nvPicPr>
        <p:blipFill>
          <a:blip r:embed="rId3"/>
          <a:stretch>
            <a:fillRect/>
          </a:stretch>
        </p:blipFill>
        <p:spPr>
          <a:xfrm>
            <a:off x="1301523" y="1874519"/>
            <a:ext cx="2481016" cy="2514600"/>
          </a:xfrm>
          <a:prstGeom prst="rect">
            <a:avLst/>
          </a:prstGeom>
        </p:spPr>
      </p:pic>
      <p:pic>
        <p:nvPicPr>
          <p:cNvPr id="35" name="Picture 34" descr="image-e1c1d524a3150be7c3213aec4abe39d6.png"/>
          <p:cNvPicPr>
            <a:picLocks noChangeAspect="1"/>
          </p:cNvPicPr>
          <p:nvPr/>
        </p:nvPicPr>
        <p:blipFill>
          <a:blip r:embed="rId4"/>
          <a:stretch>
            <a:fillRect/>
          </a:stretch>
        </p:blipFill>
        <p:spPr>
          <a:xfrm>
            <a:off x="8290086" y="1874519"/>
            <a:ext cx="2448490" cy="2514600"/>
          </a:xfrm>
          <a:prstGeom prst="rect">
            <a:avLst/>
          </a:prstGeom>
        </p:spPr>
      </p:pic>
      <p:sp>
        <p:nvSpPr>
          <p:cNvPr id="36" name="TextBox 35"/>
          <p:cNvSpPr txBox="1"/>
          <p:nvPr/>
        </p:nvSpPr>
        <p:spPr>
          <a:xfrm>
            <a:off x="1097280" y="4297680"/>
            <a:ext cx="2880360" cy="320040"/>
          </a:xfrm>
          <a:prstGeom prst="rect">
            <a:avLst/>
          </a:prstGeom>
          <a:noFill/>
        </p:spPr>
        <p:txBody>
          <a:bodyPr wrap="square" lIns="0" tIns="0" rIns="0" bIns="0" anchor="t">
            <a:noAutofit/>
          </a:bodyPr>
          <a:lstStyle/>
          <a:p>
            <a:pPr algn="ctr">
              <a:spcBef>
                <a:spcPts val="0"/>
              </a:spcBef>
              <a:spcAft>
                <a:spcPts val="0"/>
              </a:spcAft>
            </a:pPr>
            <a:r>
              <a:rPr sz="2200" b="1">
                <a:solidFill>
                  <a:srgbClr val="0A2A43"/>
                </a:solidFill>
                <a:latin typeface="Aptos Display"/>
              </a:rPr>
              <a:t>HUMAN</a:t>
            </a:r>
          </a:p>
        </p:txBody>
      </p:sp>
      <p:sp>
        <p:nvSpPr>
          <p:cNvPr id="37" name="TextBox 36"/>
          <p:cNvSpPr txBox="1"/>
          <p:nvPr/>
        </p:nvSpPr>
        <p:spPr>
          <a:xfrm>
            <a:off x="804672" y="4700016"/>
            <a:ext cx="3474720" cy="292608"/>
          </a:xfrm>
          <a:prstGeom prst="rect">
            <a:avLst/>
          </a:prstGeom>
          <a:noFill/>
        </p:spPr>
        <p:txBody>
          <a:bodyPr wrap="square" lIns="0" tIns="0" rIns="0" bIns="0" anchor="t">
            <a:noAutofit/>
          </a:bodyPr>
          <a:lstStyle/>
          <a:p>
            <a:pPr algn="ctr">
              <a:spcBef>
                <a:spcPts val="0"/>
              </a:spcBef>
              <a:spcAft>
                <a:spcPts val="0"/>
              </a:spcAft>
            </a:pPr>
            <a:r>
              <a:rPr sz="1800" b="1">
                <a:solidFill>
                  <a:srgbClr val="17384F"/>
                </a:solidFill>
                <a:latin typeface="Aptos"/>
              </a:rPr>
              <a:t>Understands the problem</a:t>
            </a:r>
          </a:p>
        </p:txBody>
      </p:sp>
      <p:sp>
        <p:nvSpPr>
          <p:cNvPr id="38" name="TextBox 37"/>
          <p:cNvSpPr txBox="1"/>
          <p:nvPr/>
        </p:nvSpPr>
        <p:spPr>
          <a:xfrm>
            <a:off x="658368" y="5093208"/>
            <a:ext cx="3767328" cy="493776"/>
          </a:xfrm>
          <a:prstGeom prst="rect">
            <a:avLst/>
          </a:prstGeom>
          <a:noFill/>
        </p:spPr>
        <p:txBody>
          <a:bodyPr wrap="square" lIns="0" tIns="0" rIns="0" bIns="0" anchor="t">
            <a:noAutofit/>
          </a:bodyPr>
          <a:lstStyle/>
          <a:p>
            <a:pPr algn="ctr">
              <a:spcBef>
                <a:spcPts val="0"/>
              </a:spcBef>
              <a:spcAft>
                <a:spcPts val="0"/>
              </a:spcAft>
            </a:pPr>
            <a:r>
              <a:rPr sz="1600" b="0">
                <a:solidFill>
                  <a:srgbClr val="5B7180"/>
                </a:solidFill>
                <a:latin typeface="Aptos"/>
              </a:rPr>
              <a:t>Reviews edge cases • catches what is wrong</a:t>
            </a:r>
          </a:p>
        </p:txBody>
      </p:sp>
      <p:sp>
        <p:nvSpPr>
          <p:cNvPr id="39" name="TextBox 38"/>
          <p:cNvSpPr txBox="1"/>
          <p:nvPr/>
        </p:nvSpPr>
        <p:spPr>
          <a:xfrm>
            <a:off x="7973568" y="4297680"/>
            <a:ext cx="3063240" cy="320040"/>
          </a:xfrm>
          <a:prstGeom prst="rect">
            <a:avLst/>
          </a:prstGeom>
          <a:noFill/>
        </p:spPr>
        <p:txBody>
          <a:bodyPr wrap="square" lIns="0" tIns="0" rIns="0" bIns="0" anchor="t">
            <a:noAutofit/>
          </a:bodyPr>
          <a:lstStyle/>
          <a:p>
            <a:pPr algn="ctr">
              <a:spcBef>
                <a:spcPts val="0"/>
              </a:spcBef>
              <a:spcAft>
                <a:spcPts val="0"/>
              </a:spcAft>
            </a:pPr>
            <a:r>
              <a:rPr sz="2200" b="1">
                <a:solidFill>
                  <a:srgbClr val="F26A3D"/>
                </a:solidFill>
                <a:latin typeface="Aptos Display"/>
              </a:rPr>
              <a:t>AI PARTNER</a:t>
            </a:r>
          </a:p>
        </p:txBody>
      </p:sp>
      <p:sp>
        <p:nvSpPr>
          <p:cNvPr id="40" name="TextBox 39"/>
          <p:cNvSpPr txBox="1"/>
          <p:nvPr/>
        </p:nvSpPr>
        <p:spPr>
          <a:xfrm>
            <a:off x="7699248" y="4700016"/>
            <a:ext cx="3611880" cy="292608"/>
          </a:xfrm>
          <a:prstGeom prst="rect">
            <a:avLst/>
          </a:prstGeom>
          <a:noFill/>
        </p:spPr>
        <p:txBody>
          <a:bodyPr wrap="square" lIns="0" tIns="0" rIns="0" bIns="0" anchor="t">
            <a:noAutofit/>
          </a:bodyPr>
          <a:lstStyle/>
          <a:p>
            <a:pPr algn="ctr">
              <a:spcBef>
                <a:spcPts val="0"/>
              </a:spcBef>
              <a:spcAft>
                <a:spcPts val="0"/>
              </a:spcAft>
            </a:pPr>
            <a:r>
              <a:rPr sz="1800" b="1">
                <a:solidFill>
                  <a:srgbClr val="17384F"/>
                </a:solidFill>
                <a:latin typeface="Aptos"/>
              </a:rPr>
              <a:t>Speeds up implementation</a:t>
            </a:r>
          </a:p>
        </p:txBody>
      </p:sp>
      <p:sp>
        <p:nvSpPr>
          <p:cNvPr id="41" name="TextBox 40"/>
          <p:cNvSpPr txBox="1"/>
          <p:nvPr/>
        </p:nvSpPr>
        <p:spPr>
          <a:xfrm>
            <a:off x="7562088" y="5093208"/>
            <a:ext cx="3858768" cy="493776"/>
          </a:xfrm>
          <a:prstGeom prst="rect">
            <a:avLst/>
          </a:prstGeom>
          <a:noFill/>
        </p:spPr>
        <p:txBody>
          <a:bodyPr wrap="square" lIns="0" tIns="0" rIns="0" bIns="0" anchor="t">
            <a:noAutofit/>
          </a:bodyPr>
          <a:lstStyle/>
          <a:p>
            <a:pPr algn="ctr">
              <a:spcBef>
                <a:spcPts val="0"/>
              </a:spcBef>
              <a:spcAft>
                <a:spcPts val="0"/>
              </a:spcAft>
            </a:pPr>
            <a:r>
              <a:rPr sz="1600" b="0">
                <a:solidFill>
                  <a:srgbClr val="5B7180"/>
                </a:solidFill>
                <a:latin typeface="Aptos"/>
              </a:rPr>
              <a:t>Drafts code • explores options • compresses time</a:t>
            </a:r>
          </a:p>
        </p:txBody>
      </p:sp>
      <p:sp>
        <p:nvSpPr>
          <p:cNvPr id="42" name="Right Arrow 41"/>
          <p:cNvSpPr/>
          <p:nvPr/>
        </p:nvSpPr>
        <p:spPr>
          <a:xfrm>
            <a:off x="4407408" y="2907792"/>
            <a:ext cx="1335024" cy="310896"/>
          </a:xfrm>
          <a:prstGeom prst="rightArrow">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Left Arrow 42"/>
          <p:cNvSpPr/>
          <p:nvPr/>
        </p:nvSpPr>
        <p:spPr>
          <a:xfrm>
            <a:off x="6419088" y="3438144"/>
            <a:ext cx="1335024" cy="310896"/>
          </a:xfrm>
          <a:prstGeom prst="leftArrow">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64608" y="3227832"/>
            <a:ext cx="2441448" cy="256032"/>
          </a:xfrm>
          <a:prstGeom prst="rect">
            <a:avLst/>
          </a:prstGeom>
          <a:noFill/>
        </p:spPr>
        <p:txBody>
          <a:bodyPr wrap="square" lIns="0" tIns="0" rIns="0" bIns="0" anchor="t">
            <a:noAutofit/>
          </a:bodyPr>
          <a:lstStyle/>
          <a:p>
            <a:pPr algn="ctr">
              <a:spcBef>
                <a:spcPts val="0"/>
              </a:spcBef>
              <a:spcAft>
                <a:spcPts val="0"/>
              </a:spcAft>
            </a:pPr>
            <a:r>
              <a:rPr sz="1600" b="1">
                <a:solidFill>
                  <a:srgbClr val="0A2A43"/>
                </a:solidFill>
                <a:latin typeface="Aptos"/>
              </a:rPr>
              <a:t>REVIEW</a:t>
            </a:r>
          </a:p>
        </p:txBody>
      </p:sp>
      <p:sp>
        <p:nvSpPr>
          <p:cNvPr id="45" name="TextBox 44"/>
          <p:cNvSpPr txBox="1"/>
          <p:nvPr/>
        </p:nvSpPr>
        <p:spPr>
          <a:xfrm>
            <a:off x="4224528" y="5833872"/>
            <a:ext cx="3749039" cy="274320"/>
          </a:xfrm>
          <a:prstGeom prst="rect">
            <a:avLst/>
          </a:prstGeom>
          <a:noFill/>
        </p:spPr>
        <p:txBody>
          <a:bodyPr wrap="square" lIns="0" tIns="0" rIns="0" bIns="0" anchor="t">
            <a:noAutofit/>
          </a:bodyPr>
          <a:lstStyle/>
          <a:p>
            <a:pPr algn="ctr">
              <a:spcBef>
                <a:spcPts val="0"/>
              </a:spcBef>
              <a:spcAft>
                <a:spcPts val="0"/>
              </a:spcAft>
            </a:pPr>
            <a:r>
              <a:rPr sz="2000" b="1">
                <a:solidFill>
                  <a:srgbClr val="F26A3D"/>
                </a:solidFill>
                <a:latin typeface="Aptos Display"/>
              </a:rPr>
              <a:t>PARTNER, NOT PILOT</a:t>
            </a:r>
          </a:p>
        </p:txBody>
      </p:sp>
      <p:sp>
        <p:nvSpPr>
          <p:cNvPr id="46" name="TextBox 45"/>
          <p:cNvSpPr txBox="1"/>
          <p:nvPr/>
        </p:nvSpPr>
        <p:spPr>
          <a:xfrm>
            <a:off x="11109960" y="6327648"/>
            <a:ext cx="411480" cy="201168"/>
          </a:xfrm>
          <a:prstGeom prst="rect">
            <a:avLst/>
          </a:prstGeom>
          <a:noFill/>
        </p:spPr>
        <p:txBody>
          <a:bodyPr wrap="square" lIns="0" tIns="0" rIns="0" bIns="0" anchor="t">
            <a:noAutofit/>
          </a:bodyPr>
          <a:lstStyle/>
          <a:p>
            <a:pPr algn="r">
              <a:spcBef>
                <a:spcPts val="0"/>
              </a:spcBef>
              <a:spcAft>
                <a:spcPts val="0"/>
              </a:spcAft>
            </a:pPr>
            <a:r>
              <a:rPr sz="1400" b="1">
                <a:solidFill>
                  <a:srgbClr val="F26A3D"/>
                </a:solidFill>
                <a:latin typeface="Aptos"/>
              </a:rPr>
              <a:t>05</a:t>
            </a:r>
          </a:p>
        </p:txBody>
      </p:sp>
    </p:spTree>
    <p:extLst>
      <p:ext uri="{BB962C8B-B14F-4D97-AF65-F5344CB8AC3E}">
        <p14:creationId xmlns:p14="http://schemas.microsoft.com/office/powerpoint/2010/main" val="32332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p:cNvGrpSpPr/>
        <p:nvPr/>
      </p:nvGrpSpPr>
      <p:grpSpPr>
        <a:xfrm>
          <a:off x="0" y="0"/>
          <a:ext cx="0" cy="0"/>
          <a:chOff x="0" y="0"/>
          <a:chExt cx="0" cy="0"/>
        </a:xfrm>
      </p:grpSpPr>
      <p:sp>
        <p:nvSpPr>
          <p:cNvPr id="2" name="Rectangle 1"/>
          <p:cNvSpPr/>
          <p:nvPr/>
        </p:nvSpPr>
        <p:spPr>
          <a:xfrm>
            <a:off x="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169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339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508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678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0847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017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3186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356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525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1695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7864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034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0203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6373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25428"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187123"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76169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52339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228508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304678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380847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457017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533186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09356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85525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1695" cy="17373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38912"/>
            <a:ext cx="8961120" cy="502920"/>
          </a:xfrm>
          <a:prstGeom prst="rect">
            <a:avLst/>
          </a:prstGeom>
          <a:noFill/>
        </p:spPr>
        <p:txBody>
          <a:bodyPr wrap="square" lIns="0" tIns="0" rIns="0" bIns="0" anchor="t">
            <a:noAutofit/>
          </a:bodyPr>
          <a:lstStyle/>
          <a:p>
            <a:pPr algn="l">
              <a:spcBef>
                <a:spcPts val="0"/>
              </a:spcBef>
              <a:spcAft>
                <a:spcPts val="0"/>
              </a:spcAft>
            </a:pPr>
            <a:r>
              <a:rPr sz="4500" b="1">
                <a:solidFill>
                  <a:srgbClr val="0A2A43"/>
                </a:solidFill>
                <a:latin typeface="Aptos Display"/>
              </a:rPr>
              <a:t>Different playlists.</a:t>
            </a:r>
          </a:p>
        </p:txBody>
      </p:sp>
      <p:sp>
        <p:nvSpPr>
          <p:cNvPr id="31" name="TextBox 30"/>
          <p:cNvSpPr txBox="1"/>
          <p:nvPr/>
        </p:nvSpPr>
        <p:spPr>
          <a:xfrm>
            <a:off x="685800" y="932688"/>
            <a:ext cx="8961120" cy="530352"/>
          </a:xfrm>
          <a:prstGeom prst="rect">
            <a:avLst/>
          </a:prstGeom>
          <a:noFill/>
        </p:spPr>
        <p:txBody>
          <a:bodyPr wrap="square" lIns="0" tIns="0" rIns="0" bIns="0" anchor="t">
            <a:noAutofit/>
          </a:bodyPr>
          <a:lstStyle/>
          <a:p>
            <a:pPr algn="l">
              <a:spcBef>
                <a:spcPts val="0"/>
              </a:spcBef>
              <a:spcAft>
                <a:spcPts val="0"/>
              </a:spcAft>
            </a:pPr>
            <a:r>
              <a:rPr sz="4500" b="1">
                <a:solidFill>
                  <a:srgbClr val="F26A3D"/>
                </a:solidFill>
                <a:latin typeface="Aptos Display"/>
              </a:rPr>
              <a:t>One continuous story.</a:t>
            </a:r>
          </a:p>
        </p:txBody>
      </p:sp>
      <p:sp>
        <p:nvSpPr>
          <p:cNvPr id="32" name="Rectangle 31"/>
          <p:cNvSpPr/>
          <p:nvPr/>
        </p:nvSpPr>
        <p:spPr>
          <a:xfrm>
            <a:off x="685800" y="1572768"/>
            <a:ext cx="10817352" cy="20116"/>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 y="1847088"/>
            <a:ext cx="1874519" cy="566928"/>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9536" y="2011680"/>
            <a:ext cx="1517904" cy="219456"/>
          </a:xfrm>
          <a:prstGeom prst="rect">
            <a:avLst/>
          </a:prstGeom>
          <a:noFill/>
        </p:spPr>
        <p:txBody>
          <a:bodyPr wrap="square" lIns="0" tIns="0" rIns="0" bIns="0" anchor="t">
            <a:noAutofit/>
          </a:bodyPr>
          <a:lstStyle/>
          <a:p>
            <a:pPr algn="ctr">
              <a:spcBef>
                <a:spcPts val="0"/>
              </a:spcBef>
              <a:spcAft>
                <a:spcPts val="0"/>
              </a:spcAft>
            </a:pPr>
            <a:r>
              <a:rPr sz="1700" b="1">
                <a:solidFill>
                  <a:srgbClr val="FFFFFF"/>
                </a:solidFill>
                <a:latin typeface="Aptos Display"/>
              </a:rPr>
              <a:t>START HERE</a:t>
            </a:r>
          </a:p>
        </p:txBody>
      </p:sp>
      <p:sp>
        <p:nvSpPr>
          <p:cNvPr id="35" name="Rectangle 34"/>
          <p:cNvSpPr/>
          <p:nvPr/>
        </p:nvSpPr>
        <p:spPr>
          <a:xfrm>
            <a:off x="3063240" y="1755648"/>
            <a:ext cx="3794760" cy="749808"/>
          </a:xfrm>
          <a:prstGeom prst="rect">
            <a:avLst/>
          </a:prstGeom>
          <a:solidFill>
            <a:srgbClr val="FFFFFF"/>
          </a:solid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91840" y="1883664"/>
            <a:ext cx="1234440"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PLAYLIST A1</a:t>
            </a:r>
          </a:p>
        </p:txBody>
      </p:sp>
      <p:sp>
        <p:nvSpPr>
          <p:cNvPr id="37" name="TextBox 36"/>
          <p:cNvSpPr txBox="1"/>
          <p:nvPr/>
        </p:nvSpPr>
        <p:spPr>
          <a:xfrm>
            <a:off x="3291840" y="2112264"/>
            <a:ext cx="3310128" cy="256032"/>
          </a:xfrm>
          <a:prstGeom prst="rect">
            <a:avLst/>
          </a:prstGeom>
          <a:noFill/>
        </p:spPr>
        <p:txBody>
          <a:bodyPr wrap="square" lIns="0" tIns="0" rIns="0" bIns="0" anchor="t">
            <a:noAutofit/>
          </a:bodyPr>
          <a:lstStyle/>
          <a:p>
            <a:pPr algn="l">
              <a:spcBef>
                <a:spcPts val="0"/>
              </a:spcBef>
              <a:spcAft>
                <a:spcPts val="0"/>
              </a:spcAft>
            </a:pPr>
            <a:r>
              <a:rPr sz="2100" b="1">
                <a:solidFill>
                  <a:srgbClr val="0A2A43"/>
                </a:solidFill>
                <a:latin typeface="Aptos Display"/>
              </a:rPr>
              <a:t>PrismApp: Building the App</a:t>
            </a:r>
          </a:p>
        </p:txBody>
      </p:sp>
      <p:cxnSp>
        <p:nvCxnSpPr>
          <p:cNvPr id="38" name="Connector 37"/>
          <p:cNvCxnSpPr>
            <a:stCxn id="33" idx="3"/>
            <a:endCxn id="35" idx="1"/>
          </p:cNvCxnSpPr>
          <p:nvPr/>
        </p:nvCxnSpPr>
        <p:spPr>
          <a:xfrm>
            <a:off x="2560319" y="2130552"/>
            <a:ext cx="502921" cy="0"/>
          </a:xfrm>
          <a:prstGeom prst="line">
            <a:avLst/>
          </a:prstGeom>
          <a:ln w="25400">
            <a:solidFill>
              <a:srgbClr val="F26A3D"/>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063240" y="2962656"/>
            <a:ext cx="2788920" cy="713232"/>
          </a:xfrm>
          <a:prstGeom prst="rect">
            <a:avLst/>
          </a:prstGeom>
          <a:solidFill>
            <a:srgbClr val="FFFFFF"/>
          </a:solidFill>
          <a:ln w="1905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73552" y="3090672"/>
            <a:ext cx="1051560" cy="182880"/>
          </a:xfrm>
          <a:prstGeom prst="rect">
            <a:avLst/>
          </a:prstGeom>
          <a:noFill/>
        </p:spPr>
        <p:txBody>
          <a:bodyPr wrap="square" lIns="0" tIns="0" rIns="0" bIns="0" anchor="t">
            <a:noAutofit/>
          </a:bodyPr>
          <a:lstStyle/>
          <a:p>
            <a:pPr algn="l">
              <a:spcBef>
                <a:spcPts val="0"/>
              </a:spcBef>
              <a:spcAft>
                <a:spcPts val="0"/>
              </a:spcAft>
            </a:pPr>
            <a:r>
              <a:rPr sz="1300" b="1">
                <a:solidFill>
                  <a:srgbClr val="F26A3D"/>
                </a:solidFill>
                <a:latin typeface="Aptos"/>
              </a:rPr>
              <a:t>PLAYLIST B</a:t>
            </a:r>
          </a:p>
        </p:txBody>
      </p:sp>
      <p:sp>
        <p:nvSpPr>
          <p:cNvPr id="41" name="TextBox 40"/>
          <p:cNvSpPr txBox="1"/>
          <p:nvPr/>
        </p:nvSpPr>
        <p:spPr>
          <a:xfrm>
            <a:off x="3273552" y="3310128"/>
            <a:ext cx="2331720" cy="219456"/>
          </a:xfrm>
          <a:prstGeom prst="rect">
            <a:avLst/>
          </a:prstGeom>
          <a:noFill/>
        </p:spPr>
        <p:txBody>
          <a:bodyPr wrap="square" lIns="0" tIns="0" rIns="0" bIns="0" anchor="t">
            <a:noAutofit/>
          </a:bodyPr>
          <a:lstStyle/>
          <a:p>
            <a:pPr algn="l">
              <a:spcBef>
                <a:spcPts val="0"/>
              </a:spcBef>
              <a:spcAft>
                <a:spcPts val="0"/>
              </a:spcAft>
            </a:pPr>
            <a:r>
              <a:rPr sz="1800" b="1">
                <a:solidFill>
                  <a:srgbClr val="0A2A43"/>
                </a:solidFill>
                <a:latin typeface="Aptos Display"/>
              </a:rPr>
              <a:t>Architecture &amp; SDLC</a:t>
            </a:r>
          </a:p>
        </p:txBody>
      </p:sp>
      <p:cxnSp>
        <p:nvCxnSpPr>
          <p:cNvPr id="42" name="Connector 41"/>
          <p:cNvCxnSpPr>
            <a:stCxn id="35" idx="2"/>
            <a:endCxn id="39" idx="0"/>
          </p:cNvCxnSpPr>
          <p:nvPr/>
        </p:nvCxnSpPr>
        <p:spPr>
          <a:xfrm flipH="1">
            <a:off x="4457700" y="2505456"/>
            <a:ext cx="502920" cy="457200"/>
          </a:xfrm>
          <a:prstGeom prst="line">
            <a:avLst/>
          </a:prstGeom>
          <a:ln w="25400">
            <a:solidFill>
              <a:srgbClr val="0A2A43"/>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685800" y="4370832"/>
            <a:ext cx="1965960" cy="804672"/>
          </a:xfrm>
          <a:prstGeom prst="rect">
            <a:avLst/>
          </a:prstGeom>
          <a:solidFill>
            <a:srgbClr val="FFFFFF"/>
          </a:solidFill>
          <a:ln w="1651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553712"/>
            <a:ext cx="1691640" cy="402336"/>
          </a:xfrm>
          <a:prstGeom prst="rect">
            <a:avLst/>
          </a:prstGeom>
          <a:noFill/>
        </p:spPr>
        <p:txBody>
          <a:bodyPr wrap="square" lIns="0" tIns="0" rIns="0" bIns="0" anchor="t">
            <a:noAutofit/>
          </a:bodyPr>
          <a:lstStyle/>
          <a:p>
            <a:pPr algn="ctr">
              <a:spcBef>
                <a:spcPts val="0"/>
              </a:spcBef>
              <a:spcAft>
                <a:spcPts val="0"/>
              </a:spcAft>
            </a:pPr>
            <a:r>
              <a:rPr sz="1600" b="1">
                <a:solidFill>
                  <a:srgbClr val="0A2A43"/>
                </a:solidFill>
                <a:latin typeface="Aptos Display"/>
              </a:rPr>
              <a:t>TYPESCRIPT</a:t>
            </a:r>
          </a:p>
        </p:txBody>
      </p:sp>
      <p:sp>
        <p:nvSpPr>
          <p:cNvPr id="45" name="Rectangle 44"/>
          <p:cNvSpPr/>
          <p:nvPr/>
        </p:nvSpPr>
        <p:spPr>
          <a:xfrm>
            <a:off x="2871216" y="4370832"/>
            <a:ext cx="1965960" cy="804672"/>
          </a:xfrm>
          <a:prstGeom prst="rect">
            <a:avLst/>
          </a:prstGeom>
          <a:solidFill>
            <a:srgbClr val="FFFFFF"/>
          </a:solidFill>
          <a:ln w="1651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008376" y="4553712"/>
            <a:ext cx="1691640" cy="402336"/>
          </a:xfrm>
          <a:prstGeom prst="rect">
            <a:avLst/>
          </a:prstGeom>
          <a:noFill/>
        </p:spPr>
        <p:txBody>
          <a:bodyPr wrap="square" lIns="0" tIns="0" rIns="0" bIns="0" anchor="t">
            <a:noAutofit/>
          </a:bodyPr>
          <a:lstStyle/>
          <a:p>
            <a:pPr algn="ctr">
              <a:spcBef>
                <a:spcPts val="0"/>
              </a:spcBef>
              <a:spcAft>
                <a:spcPts val="0"/>
              </a:spcAft>
            </a:pPr>
            <a:r>
              <a:rPr sz="1600" b="1">
                <a:solidFill>
                  <a:srgbClr val="0A2A43"/>
                </a:solidFill>
                <a:latin typeface="Aptos Display"/>
              </a:rPr>
              <a:t>POSTGRESQL
&amp; PRISMA</a:t>
            </a:r>
          </a:p>
        </p:txBody>
      </p:sp>
      <p:sp>
        <p:nvSpPr>
          <p:cNvPr id="47" name="Rectangle 46"/>
          <p:cNvSpPr/>
          <p:nvPr/>
        </p:nvSpPr>
        <p:spPr>
          <a:xfrm>
            <a:off x="5056632" y="4370832"/>
            <a:ext cx="1965960" cy="804672"/>
          </a:xfrm>
          <a:prstGeom prst="rect">
            <a:avLst/>
          </a:prstGeom>
          <a:solidFill>
            <a:srgbClr val="FFFFFF"/>
          </a:solidFill>
          <a:ln w="1651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193792" y="4553712"/>
            <a:ext cx="1691640" cy="402336"/>
          </a:xfrm>
          <a:prstGeom prst="rect">
            <a:avLst/>
          </a:prstGeom>
          <a:noFill/>
        </p:spPr>
        <p:txBody>
          <a:bodyPr wrap="square" lIns="0" tIns="0" rIns="0" bIns="0" anchor="t">
            <a:noAutofit/>
          </a:bodyPr>
          <a:lstStyle/>
          <a:p>
            <a:pPr algn="ctr">
              <a:spcBef>
                <a:spcPts val="0"/>
              </a:spcBef>
              <a:spcAft>
                <a:spcPts val="0"/>
              </a:spcAft>
            </a:pPr>
            <a:r>
              <a:rPr sz="1600" b="1">
                <a:solidFill>
                  <a:srgbClr val="0A2A43"/>
                </a:solidFill>
                <a:latin typeface="Aptos Display"/>
              </a:rPr>
              <a:t>NEXT.JS</a:t>
            </a:r>
          </a:p>
        </p:txBody>
      </p:sp>
      <p:cxnSp>
        <p:nvCxnSpPr>
          <p:cNvPr id="49" name="Connector 48"/>
          <p:cNvCxnSpPr>
            <a:stCxn id="39" idx="2"/>
            <a:endCxn id="43" idx="0"/>
          </p:cNvCxnSpPr>
          <p:nvPr/>
        </p:nvCxnSpPr>
        <p:spPr>
          <a:xfrm flipH="1">
            <a:off x="1668780" y="3675888"/>
            <a:ext cx="2788920" cy="694944"/>
          </a:xfrm>
          <a:prstGeom prst="line">
            <a:avLst/>
          </a:prstGeom>
          <a:ln w="19050">
            <a:solidFill>
              <a:srgbClr val="0A2A4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a:stCxn id="39" idx="2"/>
            <a:endCxn id="45" idx="0"/>
          </p:cNvCxnSpPr>
          <p:nvPr/>
        </p:nvCxnSpPr>
        <p:spPr>
          <a:xfrm flipH="1">
            <a:off x="3854196" y="3675888"/>
            <a:ext cx="603504" cy="694944"/>
          </a:xfrm>
          <a:prstGeom prst="line">
            <a:avLst/>
          </a:prstGeom>
          <a:ln w="19050">
            <a:solidFill>
              <a:srgbClr val="0A2A4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a:stCxn id="39" idx="2"/>
            <a:endCxn id="47" idx="0"/>
          </p:cNvCxnSpPr>
          <p:nvPr/>
        </p:nvCxnSpPr>
        <p:spPr>
          <a:xfrm>
            <a:off x="4457700" y="3675888"/>
            <a:ext cx="1581912" cy="694944"/>
          </a:xfrm>
          <a:prstGeom prst="line">
            <a:avLst/>
          </a:prstGeom>
          <a:ln w="19050">
            <a:solidFill>
              <a:srgbClr val="0A2A43"/>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7562088" y="1755648"/>
            <a:ext cx="50292" cy="3767328"/>
          </a:xfrm>
          <a:prstGeom prst="rect">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909560" y="1847088"/>
            <a:ext cx="1188720"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PLAYLIST F</a:t>
            </a:r>
          </a:p>
        </p:txBody>
      </p:sp>
      <p:sp>
        <p:nvSpPr>
          <p:cNvPr id="54" name="TextBox 53"/>
          <p:cNvSpPr txBox="1"/>
          <p:nvPr/>
        </p:nvSpPr>
        <p:spPr>
          <a:xfrm>
            <a:off x="7909560" y="2176272"/>
            <a:ext cx="3383280" cy="731520"/>
          </a:xfrm>
          <a:prstGeom prst="rect">
            <a:avLst/>
          </a:prstGeom>
          <a:noFill/>
        </p:spPr>
        <p:txBody>
          <a:bodyPr wrap="square" lIns="0" tIns="0" rIns="0" bIns="0" anchor="t">
            <a:noAutofit/>
          </a:bodyPr>
          <a:lstStyle/>
          <a:p>
            <a:pPr algn="l">
              <a:spcBef>
                <a:spcPts val="0"/>
              </a:spcBef>
              <a:spcAft>
                <a:spcPts val="0"/>
              </a:spcAft>
            </a:pPr>
            <a:r>
              <a:rPr sz="2600" b="1">
                <a:solidFill>
                  <a:srgbClr val="0A2A43"/>
                </a:solidFill>
                <a:latin typeface="Aptos Display"/>
              </a:rPr>
              <a:t>AI-AUGMENTED
DEVELOPMENT</a:t>
            </a:r>
          </a:p>
        </p:txBody>
      </p:sp>
      <p:sp>
        <p:nvSpPr>
          <p:cNvPr id="55" name="TextBox 54"/>
          <p:cNvSpPr txBox="1"/>
          <p:nvPr/>
        </p:nvSpPr>
        <p:spPr>
          <a:xfrm>
            <a:off x="7909560" y="3127248"/>
            <a:ext cx="3337560" cy="658368"/>
          </a:xfrm>
          <a:prstGeom prst="rect">
            <a:avLst/>
          </a:prstGeom>
          <a:noFill/>
        </p:spPr>
        <p:txBody>
          <a:bodyPr wrap="square" lIns="0" tIns="0" rIns="0" bIns="0" anchor="t">
            <a:noAutofit/>
          </a:bodyPr>
          <a:lstStyle/>
          <a:p>
            <a:pPr algn="l">
              <a:spcBef>
                <a:spcPts val="0"/>
              </a:spcBef>
              <a:spcAft>
                <a:spcPts val="0"/>
              </a:spcAft>
            </a:pPr>
            <a:r>
              <a:rPr sz="1800" b="0">
                <a:solidFill>
                  <a:srgbClr val="17384F"/>
                </a:solidFill>
                <a:latin typeface="Aptos"/>
              </a:rPr>
              <a:t>Runs alongside every project, process, and technology playlist.</a:t>
            </a:r>
          </a:p>
        </p:txBody>
      </p:sp>
      <p:sp>
        <p:nvSpPr>
          <p:cNvPr id="56" name="TextBox 55"/>
          <p:cNvSpPr txBox="1"/>
          <p:nvPr/>
        </p:nvSpPr>
        <p:spPr>
          <a:xfrm>
            <a:off x="7909560" y="4251960"/>
            <a:ext cx="2834640" cy="201168"/>
          </a:xfrm>
          <a:prstGeom prst="rect">
            <a:avLst/>
          </a:prstGeom>
          <a:noFill/>
        </p:spPr>
        <p:txBody>
          <a:bodyPr wrap="square" lIns="0" tIns="0" rIns="0" bIns="0" anchor="t">
            <a:noAutofit/>
          </a:bodyPr>
          <a:lstStyle/>
          <a:p>
            <a:pPr algn="l">
              <a:spcBef>
                <a:spcPts val="0"/>
              </a:spcBef>
              <a:spcAft>
                <a:spcPts val="0"/>
              </a:spcAft>
            </a:pPr>
            <a:r>
              <a:rPr sz="1400" b="1">
                <a:solidFill>
                  <a:srgbClr val="F26A3D"/>
                </a:solidFill>
                <a:latin typeface="Aptos"/>
              </a:rPr>
              <a:t>ENGINEERING PARTNER</a:t>
            </a:r>
          </a:p>
        </p:txBody>
      </p:sp>
      <p:sp>
        <p:nvSpPr>
          <p:cNvPr id="57" name="TextBox 56"/>
          <p:cNvSpPr txBox="1"/>
          <p:nvPr/>
        </p:nvSpPr>
        <p:spPr>
          <a:xfrm>
            <a:off x="7909560" y="4663440"/>
            <a:ext cx="3154680" cy="502920"/>
          </a:xfrm>
          <a:prstGeom prst="rect">
            <a:avLst/>
          </a:prstGeom>
          <a:noFill/>
        </p:spPr>
        <p:txBody>
          <a:bodyPr wrap="square" lIns="0" tIns="0" rIns="0" bIns="0" anchor="t">
            <a:noAutofit/>
          </a:bodyPr>
          <a:lstStyle/>
          <a:p>
            <a:pPr algn="l">
              <a:spcBef>
                <a:spcPts val="0"/>
              </a:spcBef>
              <a:spcAft>
                <a:spcPts val="0"/>
              </a:spcAft>
            </a:pPr>
            <a:r>
              <a:rPr sz="1500" b="0">
                <a:solidFill>
                  <a:srgbClr val="5B7180"/>
                </a:solidFill>
                <a:latin typeface="Aptos"/>
              </a:rPr>
              <a:t>A-series grows with each new case-study app.</a:t>
            </a:r>
          </a:p>
        </p:txBody>
      </p:sp>
      <p:sp>
        <p:nvSpPr>
          <p:cNvPr id="58" name="TextBox 57"/>
          <p:cNvSpPr txBox="1"/>
          <p:nvPr/>
        </p:nvSpPr>
        <p:spPr>
          <a:xfrm>
            <a:off x="685800" y="5852160"/>
            <a:ext cx="6309360" cy="237744"/>
          </a:xfrm>
          <a:prstGeom prst="rect">
            <a:avLst/>
          </a:prstGeom>
          <a:noFill/>
        </p:spPr>
        <p:txBody>
          <a:bodyPr wrap="square" lIns="0" tIns="0" rIns="0" bIns="0" anchor="t">
            <a:noAutofit/>
          </a:bodyPr>
          <a:lstStyle/>
          <a:p>
            <a:pPr algn="l">
              <a:spcBef>
                <a:spcPts val="0"/>
              </a:spcBef>
              <a:spcAft>
                <a:spcPts val="0"/>
              </a:spcAft>
            </a:pPr>
            <a:r>
              <a:rPr sz="1800" b="1">
                <a:solidFill>
                  <a:srgbClr val="F26A3D"/>
                </a:solidFill>
                <a:latin typeface="Aptos Display"/>
              </a:rPr>
              <a:t>REAL PROJECTS  →  DEEPER ENGINEERING</a:t>
            </a:r>
          </a:p>
        </p:txBody>
      </p:sp>
      <p:sp>
        <p:nvSpPr>
          <p:cNvPr id="59" name="TextBox 58"/>
          <p:cNvSpPr txBox="1"/>
          <p:nvPr/>
        </p:nvSpPr>
        <p:spPr>
          <a:xfrm>
            <a:off x="11109960" y="6327648"/>
            <a:ext cx="411480" cy="201168"/>
          </a:xfrm>
          <a:prstGeom prst="rect">
            <a:avLst/>
          </a:prstGeom>
          <a:noFill/>
        </p:spPr>
        <p:txBody>
          <a:bodyPr wrap="square" lIns="0" tIns="0" rIns="0" bIns="0" anchor="t">
            <a:noAutofit/>
          </a:bodyPr>
          <a:lstStyle/>
          <a:p>
            <a:pPr algn="r">
              <a:spcBef>
                <a:spcPts val="0"/>
              </a:spcBef>
              <a:spcAft>
                <a:spcPts val="0"/>
              </a:spcAft>
            </a:pPr>
            <a:r>
              <a:rPr sz="1400" b="1">
                <a:solidFill>
                  <a:srgbClr val="F26A3D"/>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F3F7"/>
        </a:solidFill>
        <a:effectLst/>
      </p:bgPr>
    </p:bg>
    <p:spTree>
      <p:nvGrpSpPr>
        <p:cNvPr id="1" name=""/>
        <p:cNvGrpSpPr/>
        <p:nvPr/>
      </p:nvGrpSpPr>
      <p:grpSpPr>
        <a:xfrm>
          <a:off x="0" y="0"/>
          <a:ext cx="0" cy="0"/>
          <a:chOff x="0" y="0"/>
          <a:chExt cx="0" cy="0"/>
        </a:xfrm>
      </p:grpSpPr>
      <p:sp>
        <p:nvSpPr>
          <p:cNvPr id="2" name="Rectangle 1"/>
          <p:cNvSpPr/>
          <p:nvPr/>
        </p:nvSpPr>
        <p:spPr>
          <a:xfrm>
            <a:off x="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169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339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5085"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6780"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0847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017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3186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3561"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5256"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1695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7864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034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902037"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63732"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25428"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2187123" y="0"/>
            <a:ext cx="5486" cy="6858000"/>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76169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52339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2285085"/>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3046780"/>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380847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457017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533186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093561"/>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855256"/>
            <a:ext cx="12191695" cy="5486"/>
          </a:xfrm>
          <a:prstGeom prst="rect">
            <a:avLst/>
          </a:prstGeom>
          <a:solidFill>
            <a:srgbClr val="C9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73736" cy="6858000"/>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548640"/>
            <a:ext cx="5257800" cy="594360"/>
          </a:xfrm>
          <a:prstGeom prst="rect">
            <a:avLst/>
          </a:prstGeom>
          <a:noFill/>
        </p:spPr>
        <p:txBody>
          <a:bodyPr wrap="square" lIns="0" tIns="0" rIns="0" bIns="0" anchor="t">
            <a:noAutofit/>
          </a:bodyPr>
          <a:lstStyle/>
          <a:p>
            <a:pPr algn="l">
              <a:spcBef>
                <a:spcPts val="0"/>
              </a:spcBef>
              <a:spcAft>
                <a:spcPts val="0"/>
              </a:spcAft>
            </a:pPr>
            <a:r>
              <a:rPr sz="5000" b="1">
                <a:solidFill>
                  <a:srgbClr val="0A2A43"/>
                </a:solidFill>
                <a:latin typeface="Aptos Display"/>
              </a:rPr>
              <a:t>READY TO BUILD</a:t>
            </a:r>
          </a:p>
        </p:txBody>
      </p:sp>
      <p:sp>
        <p:nvSpPr>
          <p:cNvPr id="31" name="TextBox 30"/>
          <p:cNvSpPr txBox="1"/>
          <p:nvPr/>
        </p:nvSpPr>
        <p:spPr>
          <a:xfrm>
            <a:off x="713232" y="1097280"/>
            <a:ext cx="5257800" cy="621792"/>
          </a:xfrm>
          <a:prstGeom prst="rect">
            <a:avLst/>
          </a:prstGeom>
          <a:noFill/>
        </p:spPr>
        <p:txBody>
          <a:bodyPr wrap="square" lIns="0" tIns="0" rIns="0" bIns="0" anchor="t">
            <a:noAutofit/>
          </a:bodyPr>
          <a:lstStyle/>
          <a:p>
            <a:pPr algn="l">
              <a:spcBef>
                <a:spcPts val="0"/>
              </a:spcBef>
              <a:spcAft>
                <a:spcPts val="0"/>
              </a:spcAft>
            </a:pPr>
            <a:r>
              <a:rPr sz="5000" b="1">
                <a:solidFill>
                  <a:srgbClr val="F26A3D"/>
                </a:solidFill>
                <a:latin typeface="Aptos Display"/>
              </a:rPr>
              <a:t>REAL SOFTWARE?</a:t>
            </a:r>
          </a:p>
        </p:txBody>
      </p:sp>
      <p:sp>
        <p:nvSpPr>
          <p:cNvPr id="32" name="TextBox 31"/>
          <p:cNvSpPr txBox="1"/>
          <p:nvPr/>
        </p:nvSpPr>
        <p:spPr>
          <a:xfrm>
            <a:off x="713232" y="2011680"/>
            <a:ext cx="4754880" cy="365760"/>
          </a:xfrm>
          <a:prstGeom prst="rect">
            <a:avLst/>
          </a:prstGeom>
          <a:noFill/>
        </p:spPr>
        <p:txBody>
          <a:bodyPr wrap="square" lIns="0" tIns="0" rIns="0" bIns="0" anchor="t">
            <a:noAutofit/>
          </a:bodyPr>
          <a:lstStyle/>
          <a:p>
            <a:pPr algn="l">
              <a:spcBef>
                <a:spcPts val="0"/>
              </a:spcBef>
              <a:spcAft>
                <a:spcPts val="0"/>
              </a:spcAft>
            </a:pPr>
            <a:r>
              <a:rPr sz="2700" b="1">
                <a:solidFill>
                  <a:srgbClr val="17384F"/>
                </a:solidFill>
                <a:latin typeface="Aptos Display"/>
              </a:rPr>
              <a:t>Start with Episode 1.</a:t>
            </a:r>
          </a:p>
        </p:txBody>
      </p:sp>
      <p:sp>
        <p:nvSpPr>
          <p:cNvPr id="33" name="TextBox 32"/>
          <p:cNvSpPr txBox="1"/>
          <p:nvPr/>
        </p:nvSpPr>
        <p:spPr>
          <a:xfrm>
            <a:off x="713232" y="2532888"/>
            <a:ext cx="4709160" cy="713232"/>
          </a:xfrm>
          <a:prstGeom prst="rect">
            <a:avLst/>
          </a:prstGeom>
          <a:noFill/>
        </p:spPr>
        <p:txBody>
          <a:bodyPr wrap="square" lIns="0" tIns="0" rIns="0" bIns="0" anchor="t">
            <a:noAutofit/>
          </a:bodyPr>
          <a:lstStyle/>
          <a:p>
            <a:pPr algn="l">
              <a:spcBef>
                <a:spcPts val="0"/>
              </a:spcBef>
              <a:spcAft>
                <a:spcPts val="0"/>
              </a:spcAft>
            </a:pPr>
            <a:r>
              <a:rPr sz="2300" b="0">
                <a:solidFill>
                  <a:srgbClr val="17384F"/>
                </a:solidFill>
                <a:latin typeface="Aptos"/>
              </a:rPr>
              <a:t>Meet the application we’ll build
from the ground up.</a:t>
            </a:r>
          </a:p>
        </p:txBody>
      </p:sp>
      <p:pic>
        <p:nvPicPr>
          <p:cNvPr id="34" name="Picture 33" descr="image.png"/>
          <p:cNvPicPr>
            <a:picLocks noChangeAspect="1"/>
          </p:cNvPicPr>
          <p:nvPr/>
        </p:nvPicPr>
        <p:blipFill>
          <a:blip r:embed="rId3"/>
          <a:srcRect l="131" r="131"/>
          <a:stretch>
            <a:fillRect/>
          </a:stretch>
        </p:blipFill>
        <p:spPr>
          <a:xfrm>
            <a:off x="6108192" y="658368"/>
            <a:ext cx="5321808" cy="2834640"/>
          </a:xfrm>
          <a:prstGeom prst="rect">
            <a:avLst/>
          </a:prstGeom>
        </p:spPr>
      </p:pic>
      <p:sp>
        <p:nvSpPr>
          <p:cNvPr id="35" name="Rectangle 34"/>
          <p:cNvSpPr/>
          <p:nvPr/>
        </p:nvSpPr>
        <p:spPr>
          <a:xfrm>
            <a:off x="6108192" y="658368"/>
            <a:ext cx="5321808" cy="2834640"/>
          </a:xfrm>
          <a:prstGeom prst="rect">
            <a:avLst/>
          </a:prstGeom>
          <a:noFill/>
          <a:ln w="25400">
            <a:solidFill>
              <a:srgbClr val="0A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08192" y="2916936"/>
            <a:ext cx="5321808" cy="576072"/>
          </a:xfrm>
          <a:prstGeom prst="rect">
            <a:avLst/>
          </a:prstGeom>
          <a:solidFill>
            <a:srgbClr val="0A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64224" y="3081528"/>
            <a:ext cx="4846320" cy="210312"/>
          </a:xfrm>
          <a:prstGeom prst="rect">
            <a:avLst/>
          </a:prstGeom>
          <a:noFill/>
        </p:spPr>
        <p:txBody>
          <a:bodyPr wrap="square" lIns="0" tIns="0" rIns="0" bIns="0" anchor="t">
            <a:noAutofit/>
          </a:bodyPr>
          <a:lstStyle/>
          <a:p>
            <a:pPr algn="l">
              <a:spcBef>
                <a:spcPts val="0"/>
              </a:spcBef>
              <a:spcAft>
                <a:spcPts val="0"/>
              </a:spcAft>
            </a:pPr>
            <a:r>
              <a:rPr sz="1600" b="1">
                <a:solidFill>
                  <a:srgbClr val="FFFFFF"/>
                </a:solidFill>
                <a:latin typeface="Aptos Display"/>
              </a:rPr>
              <a:t>EPISODE 1  •  MEET THE APPLICATION</a:t>
            </a:r>
          </a:p>
        </p:txBody>
      </p:sp>
      <p:sp>
        <p:nvSpPr>
          <p:cNvPr id="38" name="Rectangle 37"/>
          <p:cNvSpPr/>
          <p:nvPr/>
        </p:nvSpPr>
        <p:spPr>
          <a:xfrm>
            <a:off x="713232" y="3931920"/>
            <a:ext cx="4480560" cy="100584"/>
          </a:xfrm>
          <a:prstGeom prst="rect">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4233672"/>
            <a:ext cx="4434840" cy="658368"/>
          </a:xfrm>
          <a:prstGeom prst="rect">
            <a:avLst/>
          </a:prstGeom>
          <a:noFill/>
        </p:spPr>
        <p:txBody>
          <a:bodyPr wrap="square" lIns="0" tIns="0" rIns="0" bIns="0" anchor="t">
            <a:noAutofit/>
          </a:bodyPr>
          <a:lstStyle/>
          <a:p>
            <a:pPr algn="l">
              <a:spcBef>
                <a:spcPts val="0"/>
              </a:spcBef>
              <a:spcAft>
                <a:spcPts val="0"/>
              </a:spcAft>
            </a:pPr>
            <a:r>
              <a:rPr sz="4700" b="1">
                <a:solidFill>
                  <a:srgbClr val="0A2A43"/>
                </a:solidFill>
                <a:latin typeface="Aptos Display"/>
              </a:rPr>
              <a:t>SUBSCRIBE</a:t>
            </a:r>
          </a:p>
        </p:txBody>
      </p:sp>
      <p:sp>
        <p:nvSpPr>
          <p:cNvPr id="40" name="TextBox 39"/>
          <p:cNvSpPr txBox="1"/>
          <p:nvPr/>
        </p:nvSpPr>
        <p:spPr>
          <a:xfrm>
            <a:off x="713232" y="5029200"/>
            <a:ext cx="4937760" cy="548640"/>
          </a:xfrm>
          <a:prstGeom prst="rect">
            <a:avLst/>
          </a:prstGeom>
          <a:noFill/>
        </p:spPr>
        <p:txBody>
          <a:bodyPr wrap="square" lIns="0" tIns="0" rIns="0" bIns="0" anchor="t">
            <a:noAutofit/>
          </a:bodyPr>
          <a:lstStyle/>
          <a:p>
            <a:pPr algn="l">
              <a:spcBef>
                <a:spcPts val="0"/>
              </a:spcBef>
              <a:spcAft>
                <a:spcPts val="0"/>
              </a:spcAft>
            </a:pPr>
            <a:r>
              <a:rPr sz="1800" b="0">
                <a:solidFill>
                  <a:srgbClr val="5B7180"/>
                </a:solidFill>
                <a:latin typeface="Aptos"/>
              </a:rPr>
              <a:t>Then follow the project from concept to commissioning.</a:t>
            </a:r>
          </a:p>
        </p:txBody>
      </p:sp>
      <p:sp>
        <p:nvSpPr>
          <p:cNvPr id="41" name="Right Arrow 40"/>
          <p:cNvSpPr/>
          <p:nvPr/>
        </p:nvSpPr>
        <p:spPr>
          <a:xfrm>
            <a:off x="6126480" y="4443984"/>
            <a:ext cx="2011680" cy="384048"/>
          </a:xfrm>
          <a:prstGeom prst="rightArrow">
            <a:avLst/>
          </a:prstGeom>
          <a:solidFill>
            <a:srgbClr val="F2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94192" y="4389120"/>
            <a:ext cx="2468880" cy="438912"/>
          </a:xfrm>
          <a:prstGeom prst="rect">
            <a:avLst/>
          </a:prstGeom>
          <a:noFill/>
        </p:spPr>
        <p:txBody>
          <a:bodyPr wrap="square" lIns="0" tIns="0" rIns="0" bIns="0" anchor="t">
            <a:noAutofit/>
          </a:bodyPr>
          <a:lstStyle/>
          <a:p>
            <a:pPr algn="l">
              <a:spcBef>
                <a:spcPts val="0"/>
              </a:spcBef>
              <a:spcAft>
                <a:spcPts val="0"/>
              </a:spcAft>
            </a:pPr>
            <a:r>
              <a:rPr sz="2700" b="1">
                <a:solidFill>
                  <a:srgbClr val="0A2A43"/>
                </a:solidFill>
                <a:latin typeface="Aptos Display"/>
              </a:rPr>
              <a:t>EPISODE 1</a:t>
            </a:r>
          </a:p>
        </p:txBody>
      </p:sp>
      <p:sp>
        <p:nvSpPr>
          <p:cNvPr id="43" name="TextBox 42"/>
          <p:cNvSpPr txBox="1"/>
          <p:nvPr/>
        </p:nvSpPr>
        <p:spPr>
          <a:xfrm>
            <a:off x="6126480" y="5138928"/>
            <a:ext cx="4754880" cy="329184"/>
          </a:xfrm>
          <a:prstGeom prst="rect">
            <a:avLst/>
          </a:prstGeom>
          <a:noFill/>
        </p:spPr>
        <p:txBody>
          <a:bodyPr wrap="square" lIns="0" tIns="0" rIns="0" bIns="0" anchor="t">
            <a:noAutofit/>
          </a:bodyPr>
          <a:lstStyle/>
          <a:p>
            <a:pPr algn="l">
              <a:spcBef>
                <a:spcPts val="0"/>
              </a:spcBef>
              <a:spcAft>
                <a:spcPts val="0"/>
              </a:spcAft>
            </a:pPr>
            <a:r>
              <a:rPr sz="2000" b="1">
                <a:solidFill>
                  <a:srgbClr val="17384F"/>
                </a:solidFill>
                <a:latin typeface="Aptos Display"/>
              </a:rPr>
              <a:t>Problem first. Proof before “done.”</a:t>
            </a:r>
          </a:p>
        </p:txBody>
      </p:sp>
      <p:sp>
        <p:nvSpPr>
          <p:cNvPr id="44" name="TextBox 43"/>
          <p:cNvSpPr txBox="1"/>
          <p:nvPr/>
        </p:nvSpPr>
        <p:spPr>
          <a:xfrm>
            <a:off x="6126480" y="5669280"/>
            <a:ext cx="4754880" cy="237744"/>
          </a:xfrm>
          <a:prstGeom prst="rect">
            <a:avLst/>
          </a:prstGeom>
          <a:noFill/>
        </p:spPr>
        <p:txBody>
          <a:bodyPr wrap="square" lIns="0" tIns="0" rIns="0" bIns="0" anchor="t">
            <a:noAutofit/>
          </a:bodyPr>
          <a:lstStyle/>
          <a:p>
            <a:pPr algn="l">
              <a:spcBef>
                <a:spcPts val="0"/>
              </a:spcBef>
              <a:spcAft>
                <a:spcPts val="0"/>
              </a:spcAft>
            </a:pPr>
            <a:r>
              <a:rPr sz="1600" b="1">
                <a:solidFill>
                  <a:srgbClr val="F26A3D"/>
                </a:solidFill>
                <a:latin typeface="Aptos"/>
              </a:rPr>
              <a:t>FROM CONCEPT  →  COMMISSIONING</a:t>
            </a:r>
          </a:p>
        </p:txBody>
      </p:sp>
      <p:sp>
        <p:nvSpPr>
          <p:cNvPr id="45" name="TextBox 44"/>
          <p:cNvSpPr txBox="1"/>
          <p:nvPr/>
        </p:nvSpPr>
        <p:spPr>
          <a:xfrm>
            <a:off x="11109960" y="6327648"/>
            <a:ext cx="411480" cy="201168"/>
          </a:xfrm>
          <a:prstGeom prst="rect">
            <a:avLst/>
          </a:prstGeom>
          <a:noFill/>
        </p:spPr>
        <p:txBody>
          <a:bodyPr wrap="square" lIns="0" tIns="0" rIns="0" bIns="0" anchor="t">
            <a:noAutofit/>
          </a:bodyPr>
          <a:lstStyle/>
          <a:p>
            <a:pPr algn="r">
              <a:spcBef>
                <a:spcPts val="0"/>
              </a:spcBef>
              <a:spcAft>
                <a:spcPts val="0"/>
              </a:spcAft>
            </a:pPr>
            <a:r>
              <a:rPr sz="1400" b="1">
                <a:solidFill>
                  <a:srgbClr val="F26A3D"/>
                </a:solidFill>
                <a:latin typeface="Aptos"/>
              </a:rPr>
              <a:t>07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1050</Words>
  <Application>Microsoft Office PowerPoint</Application>
  <PresentationFormat>Widescreen</PresentationFormat>
  <Paragraphs>114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Aptos Display</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k verma</dc:creator>
  <cp:lastModifiedBy>s k verma</cp:lastModifiedBy>
  <cp:revision>1</cp:revision>
  <dcterms:created xsi:type="dcterms:W3CDTF">2026-09-19T23:23:38Z</dcterms:created>
  <dcterms:modified xsi:type="dcterms:W3CDTF">2026-09-20T00:27:22Z</dcterms:modified>
</cp:coreProperties>
</file>